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401" r:id="rId2"/>
    <p:sldId id="402" r:id="rId3"/>
    <p:sldId id="412" r:id="rId4"/>
    <p:sldId id="413" r:id="rId5"/>
    <p:sldId id="415" r:id="rId6"/>
    <p:sldId id="419" r:id="rId7"/>
    <p:sldId id="330" r:id="rId8"/>
    <p:sldId id="420" r:id="rId9"/>
    <p:sldId id="421" r:id="rId10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42"/>
    <p:restoredTop sz="94795"/>
  </p:normalViewPr>
  <p:slideViewPr>
    <p:cSldViewPr snapToGrid="0">
      <p:cViewPr>
        <p:scale>
          <a:sx n="96" d="100"/>
          <a:sy n="96" d="100"/>
        </p:scale>
        <p:origin x="840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08:34:49.4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1852 24575,'56'-16'0,"0"-1"0,0 1 0,0 0 0,2 1 0,-3 1 0,-7-2 0,0-6 0,-9 0 0,0-9 0,-9 17 0,0-1 0,14-19 0,-7 20 0,1-9 0,3 4 0,-9 3 0,3 1 0,-8 3 0,4 3 0,-4-2 0,-4 2 0,-1 0 0,-4 2 0,0-1 0,0 2 0,1-4 0,-1 4 0,0-4 0,1 4 0,-1-4 0,0 4 0,4-2 0,-3 0 0,7 2 0,-3-2 0,4 2 0,-1 0 0,1 0 0,-1 0 0,1-2 0,0 1 0,3-1 0,-2-1 0,-1 0 0,3 0 0,-6-1 0,7 0 0,-5-1 0,1 2 0,4-3 0,-4 6 0,8-6 0,2 2 0,-4 0 0,6-2 0,-7-1 0,4 0 0,0-2 0,0 2 0,-4 1 0,3-1 0,-4 4 0,5-3 0,-4 5 0,3-4 0,-3 4 0,4-5 0,0 5 0,0-2 0,0 0 0,10-2 0,-12 1 0,11 0 0,-9 1 0,1 2 0,9-6 0,-9 6 0,3-5 0,1 4 0,-4-4 0,4 2 0,-1 0 0,-3-2 0,4 2 0,-5-2 0,0 2 0,0-5 0,0 5 0,0-8 0,0 2 0,-3-3 0,-1 0 0,0 0 0,-4 3 0,4-2 0,-5 6 0,1 0 0,-2 1 0,1 4 0,-1-1 0,1 2 0,0 0 0,-1 0 0,5 0 0,-3 0 0,2-2 0,-3-1 0,4-6 0,-3-1 0,4-3 0,0 3 0,-2-2 0,1 8 0,-3-4 0,-2 7 0,1 1 0,-1 1 0,1 4 0,0-1 0,-1-1 0,1 0 0,4-6 0,-7 0 0,10-6 0,-11 3 0,8-3 0,-4 4 0,-1-1 0,1 3 0,0 1 0,-1 2 0,1-3 0,-4 3 0,2-5 0,-2 2 0,4-2 0,-3-3 0,2 1 0,-7 0 0,4-2 0,-1 6 0,-2-4 0,-1 9 0,-1-3 0,-3 4 0,3 0 0,0 1 0,-3-1 0,3 3 0,1-5 0,0 2 0,3-5 0,0 2 0,-3-4 0,7 3 0,-3-3 0,0 4 0,2-3 0,-5 4 0,5-1 0,-5 3 0,2-2 0,-4 4 0,0-3 0,0 3 0,-3-4 0,3 0 0,-6 0 0,2-5 0,-3 5 0,0-5 0,1 3 0,-1-1 0,0-1 0,-2 1 0,-2 1 0,-1-2 0,-1 4 0,0-2 0,0 2 0,0 1 0,-2 0 0,2-1 0,-5 1 0,5 1 0,-5-1 0,5 4 0,-3-4 0,3 3 0,0-3 0,0 4 0,1-4 0,-1 3 0,0-1 0,0 2 0,0 0 0,0 11 0,-2-9 0,0 9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08:34:55.671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0 24575,'8'17'0,"1"-4"-9831,11 10 8341,-9-13 4308,18 23-2818,-18-19 1719,11 13-1719,-13-11 0,0 0 0,-3 0 6784,0-3-6784,-3 2 0,2-5 0,1 6 0,1-6 0,1 3 0,1-1 0,-3-2 0,9 6 0,-5-5 0,9 5 0,-3-2 0,0-2 0,-1 4 0,-6-8 0,2 2 0,-5-3 0,2-3 0,-3 1 0,-3-1 0,1 0 0,-1-1 0,-2 1 0,3-2 0,-3 2 0,2 3 0,1 1 0,3 4 0,0-2 0,0 6 0,-1-6 0,1 0 0,-1-1 0,1-4 0,-1 2 0,0-3 0,-2 1 0,1-3 0,-3 2 0,1-2 0,-2 2 0,0-5 0,0-5 0,0-7 0,0-3 0,0 0 0,3 0 0,-3 0 0,6 0 0,-6 0 0,3 3 0,0 0 0,-3 4 0,3 1 0,-3 1 0,0 1 0,2 1 0,-2-2 0,3 2 0,-3 5 0,0 3 0,0 7 0,0 3 0,0 0 0,0 2 0,0-2 0,0 3 0,0-3 0,0 3 0,-3-6 0,3 0 0,-3-1 0,3-4 0,-2 2 0,1-3 0,-1 1 0,2-1 0,0 0 0,0 0 0,-2-1 0,-1-2 0,-1-1 0,-1 0 0,0 0 0,-3 0 0,-4 0 0,-3 0 0,-3 0 0,-4 0 0,-1-2 0,-4-4 0,4 0 0,1-2 0,7 2 0,3 1 0,4 3 0,3-2 0,4 3 0,2-1 0,1 1 0,0 0 0,-2-1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08:34:57.925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434 957 24575,'-3'-11'0,"-6"-10"0,1 0 0,-6-11 0,-1 1 0,4 3 0,-3-7 0,3 7 0,-4-8 0,4 5 0,-7-9 0,9 13 0,-10-20 0,7 17 0,-3-11 0,1 12 0,2-5 0,0 9 0,-3-11 0,0 9 0,-5-1 0,8 8 0,-3 0 0,8 6 0,-2-1 0,4 5 0,1-6 0,2 6 0,2 0 0,0 1 0,0-2 0,-3 1 0,3-5 0,-3 4 0,3-1 0,0 4 0,-2 1 0,1 3 0,-3 2 0,1 0 0,-2 2 0,0 0 0,0 0 0,0 0 0,0 0 0,0 0 0,-3-3 0,2-2 0,-2-2 0,2-3 0,-2 0 0,4 3 0,-3 0 0,7 3 0,-3-1 0,3 1 0,0 7 0,0 7 0,0 5 0,0 11 0,-5-8 0,3 3 0,-3-9 0,5-4 0,0-2 0,0-1 0,0-1 0,0 0 0,0-3 0,0-4 0,0-4 0,0-2 0,0-1 0,3-2 0,-3-2 0,6-5 0,-5-1 0,4 0 0,-1 1 0,-1 3 0,2 5 0,-4-1 0,3 7 0,-1 0 0,2 3 0,0 6 0,-3-1 0,3 6 0,-4-4 0,3 1 0,-3-1 0,3-1 0,-1 1 0,2-1 0,0 0 0,3-1 0,-2 1 0,4-4 0,-4 2 0,4-2 0,-4 0 0,2 0 0,-6 2 0,1 0 0,-3 2 0,0 1 0,0-1 0,0-2 0,0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08:35:00.853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0 24575,'0'9'0,"3"-4"0,0 6 0,4-4 0,-3 6 0,6-3 0,-6 3 0,6-6 0,-4 2 0,0-3 0,-4 3 0,-2-4 0,3 1 0,-3-1 0,2-1 0,-2 0 0,0 0 0,0 0 0,0 3 0,5 0 0,-1 3 0,7-1 0,-5 1 0,2-3 0,-3 0 0,0-3 0,-2 1 0,-1-1 0,0 0 0,1-1 0,-1 0 0,0 0 0,0-1 0,1 1 0,1 0 0,4 1 0,0 3 0,4-2 0,-4 2 0,2-2 0,-4-1 0,2 1 0,-3-1 0,0 1 0,-2-5 0,1 2 0,-1-8 0,7-2 0,-3-2 0,3-2 0,-1 0 0,-3 1 0,3-1 0,-4 2 0,1 0 0,-1 3 0,0 0 0,-2 3 0,-1-1 0,-2 4 0,0 7 0,0 2 0,0 9 0,-2-7 0,1 4 0,-4-4 0,2 0 0,0-3 0,-2 2 0,2-1 0,-3 1 0,-2 1 0,2 0 0,-2-3 0,2 2 0,1-4 0,2 2 0,-1-3 0,1-1 0,-2-1 0,-3-2 0,-3-3 0,-5 0 0,-6-5 0,3 0 0,-7-4 0,7 4 0,-3-1 0,7 4 0,0 2 0,7-1 0,0 4 0,3-2 0,2 2 0,1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08:35:04.861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0 197 24575,'0'6'0,"0"0"0,0-2 0,0 1 0,0 1 0,0 2 0,3 1 0,2-2 0,1-2 0,-1-1 0,0-2 0,-2 1 0,2-1 0,-2-8 0,-1-3 0,-2-5 0,0-5 0,0 2 0,0-6 0,2 7 0,2-4 0,2 7 0,0-2 0,-3 2 0,0-3 0,-3 2 0,0-1 0,0 5 0,0-3 0,0 6 0,-3-2 0,0 4 0,-2 0 0,0 1 0,0 3 0,2 1 0,3 2 0,3 8 0,3-2 0,-3 7 0,2-2 0,-4 3 0,4 0 0,-4-3 0,2 2 0,-3-4 0,2 1 0,-1-2 0,1 0 0,1-1 0,0 1 0,2 0 0,1-1 0,0 1 0,-1 0 0,0-3 0,1 0 0,-1 0 0,0-2 0,0 1 0,-2-1 0,2-1 0,-3-2 0,3 0 0,0-2 0,0 0 0,0 0 0,0 0 0,0 0 0,0-2 0,0 0 0,0-3 0,0 3 0,0-2 0,0 4 0,-2-2 0,-1 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08:35:18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3109 24575,'19'-10'0,"-7"5"0,16-17 0,-7 9 0,7-9 0,3-4 0,11-7-1145,-6 4 0,-1 0 1145,-13 8 0,-1 1 0,2 0 0,0-1-78,3-4 1,0 1 77,-4 3 0,0 0 0,8-6 0,-1-1-329,-4 2 1,0 1 328,3-6 0,2-1 0,-2 3 0,0-1 0,-2 0 0,0-1 0,2 3 0,-1-1 0,1 1 0,-1 1 0,1 0 0,0 1 0,3 2 0,1 1-358,-6 2 1,0 1 357,5 0 0,-1 2 0,11-8 0,-12 6 0,1 0 0,11-7 0,3-6 0,-6 0 1014,-12 6-1014,1-3 649,-1-2-649,-5 7 1308,1-3-1308,-1 6 843,-1 1-843,4 3 3,-3 0-3,7 0 0,-4 3 0,3 0 0,-3 1 0,6 1 0,-4-5 0,6 2 0,1-6 0,-7 3 0,12-11 0,-16 10 0,16-10 0,-12 8 0,7-4 0,-4 1 0,0 0 0,0 0 0,0 2 0,-1-1 0,1 4 0,6-9 0,-5 5 0,5-10 0,-6 8 0,-6-2 0,5-1 0,-6 4 0,9-8 0,-2 7 0,4 0 0,-3 4 0,5 3 0,-2 1 0,3-1 0,6-5 0,-7-2 0,3-2 0,-11-8 0,-2 7 0,-1-15 0,-6 14 0,1-9 0,-2 11 0,2-1 0,2 1 0,0 7 0,0 0 0,-1 3 0,3 3 0,-3 2 0,6-2 0,-6 3 0,8-6 0,-8 4 0,4-8 0,-3 0 0,1-3 0,-1 0 0,1-3 0,-4 3 0,-1-2 0,0 3 0,-4 4 0,4-3 0,-5 9 0,3-3 0,-3 8 0,3 1 0,-1-2 0,-2 4 0,2-1 0,1-1 0,-4 1 0,4-3 0,-7 0 0,3-3 0,-4-3 0,2-4 0,-2-3 0,0-1 0,-4 4 0,0 1 0,0 6 0,-3 3 0,5 3 0,-5 3 0,5 1 0,-3 1 0,3 2 0,0 4 0,-2-2 0,0 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08:35:22.859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1 14579,'7'1'0,"9"8"4169,0 0-4169,14 9 1730,5 1-1730,2 1 0,-11-6 0,2 1 366,22 10-366,-19-9 0,0-1 0,15 7 2974,0 1-2974,-14-10 0,1 5 0,-2-5 0,-7-1 0,-5-2 676,-8-4-676,-5 0 81,-1 1-81,-3-4 0,1 6 0,2-6 0,-5 6 0,5-4 0,0 4 0,4-4 0,2 7 0,4-3 0,1 7 0,0-8 0,3 8 0,-7-7 0,6 4 0,-6-5 0,2 2 0,-5-5 0,1 4 0,-4-4 0,1 2 0,-2-3 0,1 0 0,-4 3 0,3 0 0,-4 1 0,3-2 0,-3 1 0,3-2 0,-1 4 0,3-4 0,-1 4 0,0-1 0,3-1 0,1 2 0,2-3 0,0 3 0,0-2 0,1 1 0,-1-1 0,-3-2 0,0-1 0,-3 1 0,0-3 0,-6-7 0,-8-11 0,-16-14 0,-8-5 0,-3-3 0,0 3 0,5 1 0,1 4 0,4 5 0,5 4 0,6 8 0,8 2 0,0 7 0,7 3 0,6 6 0,13 11 0,5-3 0,9 9 0,-10-7 0,8 3 0,-9 0 0,9 1 0,-10-2 0,2-2 0,-6 1 0,-3-5 0,-5 1 0,-1-2 0,-5 0 0,0 0 0,-3-1 0,0 1 0,-8 0 0,-6-2 0,-6 2 0,-2-4 0,4 2 0,3-3 0,0 0 0,4 0 0,0-2 0,3 1 0,0-4 0,3 2 0,0 0 0,0-2 0,0 2 0,0-2 0,0 0 0,0 0 0,-3 2 0,2-1 0,-2 1 0,4-2 0,1 0 0,0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08:35:32.980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413 272 8191,'-8'-5'0,"0"-1"5063,-3-2-5063,-7-3 2818,-2-3-2818,0 1 1719,1 0-1719,7 4 6784,-6-4-6784,8 8 0,-3-2 0,7 4 0,-2 1 0,3 2 0,0 0 0,0 0 0,-3 0 0,-1 0 0,-9 0 0,5 2 0,-8 3 0,-2 4 0,2 5 0,-9-2 0,13 5 0,-4-6 0,8 5 0,0-3 0,7 6 0,4-2 0,2 13 0,0-11 0,0 28 0,0-15 0,0-6 0,3 2 0,8 14 0,-1-15 0,2 0-422,3-3 1,0 1 421,3 5 0,0 0 0,-1-2 0,1-1 0,1 1 0,1 1 0,0 1 0,1-1 0,4 0 0,0-1 0,1 2 0,0 1 0,1-5 0,1 0 0,2 0 0,0 0 0,0-2 0,0 0-674,5-1 1,0-1 673,0 1 0,1-1 0,0-4 0,1 0 0,2 1 0,1-2 0,-1-2 0,0-2 0,0 0 0,0-2 0,3 0 0,-1-2 0,-4-1 0,-2 0-189,-4-2 0,0-1 189,3 1 0,-2-1 0,13-1 0,12-1 0,-19-3 0,-3 0 770,-11-7-770,-7-9 0,-7-28 0,-7 17 0,-3-1-94,-12-16 0,-5 0 94,5 10 0,-3 0-772,-6 0 0,-3-1 1,-2 2 771,-8-10 0,-1 0 0,8 9 0,0-1 0,0 0 0,-1 0 0,0 1 0,0 0 0,2 3 0,1 1 0,1 2-469,-5-7 0,1 3 469,0 1 0,2 2 0,-11-10-191,0 0 191,2 8 0,6 5 0,-5 4 0,1 5 0,-4-5 0,-9 8 0,-4-10 0,20 12 0,0 1-139,-3-4 0,0-1 139,-3-4 0,1 0 0,-18-8 874,19 7 1,2-1-875,-5-2 935,-12-8-935,19 9 221,2 4-221,12 8 1854,4 6-1854,5 3 852,2 2-852,-1 5 97,1 1-97,2 5 0,-4-3 0,-3 1 0,-13-5 0,11 1 0,-4-5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6T09:02:30.36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1,'0'0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6T09:12:05.15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63,'95'0,"1"0,-1 0,-16 0,-4 0,-8 0,-10 0,-7 0,18 0,8 0,-13 0,3 0,-8-12,-5 9,5-9,-8 1,0 8,0-8,-7 11,-1 0,-8 0,1 0,-1 0,1 0,-1 0,1 0,-1 0,1 0,-1 0,1 0,-1 0,1 0,-1 0,-5 0,4 0,-4 0,-1-5,-1 4,0-4,-4 5,4 0,-6 0,-1 0,1 0,-5 0,4 0,-9 0,8 0,-5 0,5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6T09:12:10.97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1503 0,'-61'0,"-2"0,19 0,-23 0,20 0,-45 0,26 0,13 0,-1 0,-46 0,9 0,-5 0,26 0,-25 0,30 0,-19 0,31 0,-5 0,15 0,1 0,7 0,7 0,1 0,6 0,6 0,-3 0,4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6T09:12:17.87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1,'0'0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6T09:12:22.630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0 124,'68'0,"21"0,-40 0,46 0,-14 0,17 0,-11 0,-33 0,0 0,39 0,6 0,-14 0,4 0,1 0,7 0,-9 0,-1 0,-8 0,-2 0,-10 0,-7 0,-2-6,-14 5,-3-10,-12 10,-2-5,-6 2,-5 2,3-7,-8 8,4-8,-1 3,-3 1,9 0,0 1,2 2,3-7,-9 8,4-3,-10 4,10-5,-5 4,1-4,-2-7,-5-3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6T09:12:25.056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966 0,'0'73,"0"-2,0 6,0 2,0-27,0 3,0 7,0 1,0 9,0 3,0 17,0 1,0-5,0 2,0-20,0 1,0 2,0-1,0 1,0-1,1 2,0-1,-3 1,-2-1,-2 0,0-1,2 0,1 0,-3-2,-11 26,-2-2,4 2,1-4,4-25,0-3,-3 2,3-5,8 20,-10 0,4-6,1-30,-4 4,9-21,-3-6,5-9,0 1,0 0,0 5,0-4,-9-1,6 5,-6-7,9 12,0-13,0 7,0-3,0 0,-26-30,1-17,-40-42,10-8,18 39,-3-1,-11-11,0 1,13 16,0 2,-14-7,2 3,-6-7,-3 13,20 8,-1 9,23 11,-4 1,56 43,3-2,27 26,-4-14,-14-3,8 3,-1 7,-7-8,-2-2,-7-7,-7-2,-7-6,-8-3,-6-11,0-2,-1-4,1 3,-1 2,1-1,-1 4,1-7,-1 2,5 1,-4-4,4 0,4-6,-1-4,2 0,1 0,-10 0,14 0,-7 0,9 0,-5 0,0 0,0 0,6 0,1-5,1-6,4-1,2-10,1 4,15-14,-8 6,11-14,-9 8,6-2,-5-3,-2 11,1-12,-16 19,5-9,-17 16,9-4,-15 10,4-3,-6 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6T09:12:32.7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1069 1,'0'67,"0"26,0-35,0 37,0 4,0-43,0 1,0 8,0 3,0 16,0 3,1-5,-2 2,-1-18,-1 1,0 1,0-2,1 1,-4 0,-5 6,-3 0,1-1,-2 26,-2-1,2-25,-3 1,3-6,1-5,2-2,-5 16,1-2,-7 9,11-24,-1 0,-15 31,12-9,-4-7,7-14,-1 8,0 0,-6 9,-2-7,-8 25,9-30,-7 19,13-15,-11 1,11 6,-5-8,1-8,5-9,-4-2,6-13,0 12,0-11,0 4,-6 1,5 1,-11 7,10-7,-9 6,9-13,-3 5,6-12,-1-2,2-6,4-5,-3-2,4 0,-5-3,-3 2,-15-58,2-2,6 0,2-5,5 3,2 1,-9-34,8 30,1-1,-5-28,-6-8,8 12,7 24,1 4,6 14,0 12,0-3,0 15,0 55,0-12,5 51,-3-33,9 0,-10 0,10 0,-9 1,8-8,-8-2,3-6,0-1,-4-5,4-2,0-6,-4 0,4 0,-5-5,0 3,4-8,-3 8,7-4,-7 5,4-5,-1-1,1 0,0 1,4 0,-4 2,8-11,13 3,2-9,11 0,2 0,3-6,6-7,8-7,-6-6,6 0,-8 1,0 6,-6 1,-9 11,-8-3,-6 9,-5-4,-1 5,2 0,-5 0,10 0,-6 0,0 0,4 0,9 0,-5 0,6 0,-11 0,-8 0,8 0,-4 0,-1 0,0-14,-9-4,-1-30,-4-5,0 15,0 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6T09:12:39.468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1393 1,'0'63,"0"27,0-33,0-6,0 3,0 37,0-26,0 2,0-5,0 1,0 20,0 3,0-6,0 3,-2-13,-1 3,-2-1,-7 25,-3 0,3-26,-1 1,-2 0,-3-5,-2-1,0 1,-2 1,-1 0,1 0,2 0,0 0,0 0,-12 28,-1-4,8-26,1-1,2 11,0-4,-19 15,19-23,2 1,-11 25,-10-2,18-11,-5 0,2-7,5 6,-1 1,-4-7,11 7,-11-10,11 1,-10-8,5-2,0-7,-4-1,11-7,-10-2,6-12,-1 4,3-11,4 0,0-2,2-9,3 3,-10-4,1-27,-12-15,-6-37,-5-19,14 33,1-1,3 9,1 0,-3-7,-1 3,-12-20,-1-5,10 22,2 5,16 25,-6 4,24 65,-2-21,17 53,0-26,1 1,1 14,8 12,-13-20,12 25,-20-38,11 21,-6-21,1 4,-3-14,-7-12,1 3,-1-15,0 3,-1 0,4-4,3-1,4-1,1-6,6 7,1-7,1 3,4-5,2 0,2 0,4 0,1 0,1 0,15-6,-6-7,14-14,-12-7,12-7,-10 0,3 8,-13-5,-10 13,-2 1,-16 9,7 4,-14 1,4 4,-6 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6T09:12:42.351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39 14,'16'36,"-2"-1,-8-24,-2 4,0 2,2-6,-1 11,4-6,-8 4,8-4,-8 3,3-8,-4 8,-24-66,13 33,-19-56,19 47,0-4,1 6,4 5,1 1,1 1,-2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66EB85-7031-4244-9993-5A775F8D1327}" type="datetimeFigureOut">
              <a:t>11.02.2026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00AE38-E5B9-BE4C-8E3A-584779B43744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94772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C985D-ADC1-6AC0-225C-DB5AB0D62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FF751734-2AFB-2F10-18E1-BCCB024274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507DDE53-3D43-B1A1-A16E-CD97A14121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30F84FD-B164-FA62-8EB4-3D9D03FC0A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7B088D-5B7C-0940-A679-0DF5D32831AE}" type="slidenum"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53902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5A2306-0067-1E83-CDA3-2C3A3FB884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B66231BF-D681-E9FA-8681-598D2D51AE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9A495061-7473-9D5C-BFE6-77F730AF0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54D4-3129-1740-B723-0EEA72E2F881}" type="datetimeFigureOut">
              <a:t>04.02.2026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1453DBF4-4379-525E-FD6A-45F3BDE1F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51D6E02-CF7C-1DB8-0D53-B1D03182F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AEB9C-5C4B-DC48-ACBF-946868B1880F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16226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25BFBD-1CB2-00D7-6FEF-5ED46CD2B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191BB50-C2EB-1200-DA78-B25C462FA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84AB14EE-89C5-4D49-3C65-8E4BDE5AF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54D4-3129-1740-B723-0EEA72E2F881}" type="datetimeFigureOut">
              <a:t>04.02.2026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8AA68A9-9D0B-A0E6-48ED-0A91609FA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46176F5-88B4-6361-BB1E-956611DBE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AEB9C-5C4B-DC48-ACBF-946868B1880F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41565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A98200-83B6-B59B-B2A1-503E555FF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66E6A3AC-46DF-2DBE-1DF1-BAEDCC840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57708D6-AF1F-9ADF-18A4-ECB094A72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54D4-3129-1740-B723-0EEA72E2F881}" type="datetimeFigureOut">
              <a:t>04.02.2026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F63BB78-CCB9-A074-4217-8CB2F622F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E2CC4E6D-00D7-7B21-6998-B9B6940D3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AEB9C-5C4B-DC48-ACBF-946868B1880F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05814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79FC0E-B2CA-1A20-2742-3EFC9EA3B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CA64421-41BB-D9AF-4D00-317CD0F1B7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4547A753-3DE1-2826-321B-244CEEC02A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1D8135E5-6EF2-5AB2-555A-0C0A9201E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54D4-3129-1740-B723-0EEA72E2F881}" type="datetimeFigureOut">
              <a:t>04.02.2026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735E27C8-2E77-3175-35B1-AE729E281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5A9ECED5-60CB-EBD9-AC22-31E3B4B02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AEB9C-5C4B-DC48-ACBF-946868B1880F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6188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183D24-5377-9336-4A05-8DD4B778D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9D97368A-C666-C4B2-71C4-C13A50ECA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BF74DC5C-B311-E7CE-EBA9-805A6327A2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6B4B3D9D-C5BF-4D77-E4EA-611A7272C0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FC37852B-C5D8-95B5-953C-3B163B1617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4C99FC90-38B8-EC05-7521-6EBC14DF1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54D4-3129-1740-B723-0EEA72E2F881}" type="datetimeFigureOut">
              <a:t>04.02.2026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BF4F81B8-2B72-9816-1D0D-A38252F2B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2EB5F17E-3315-4357-6C4E-93CA86260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AEB9C-5C4B-DC48-ACBF-946868B1880F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63531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8D857B-10F5-391D-DB15-E4E5E219F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BD8C2AC6-4A8C-D375-88DE-2F397614F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54D4-3129-1740-B723-0EEA72E2F881}" type="datetimeFigureOut">
              <a:t>04.02.2026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EEEE1356-2B61-3C35-0668-4D2C78E08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25766539-E072-19D2-F94B-B994B0E7F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AEB9C-5C4B-DC48-ACBF-946868B1880F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99177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557B6CA3-BB03-5159-9CFF-4C104F065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54D4-3129-1740-B723-0EEA72E2F881}" type="datetimeFigureOut">
              <a:t>04.02.2026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89CD6B13-8D95-DA67-7880-1F1A55F75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2D5A298C-6548-62D6-EC25-CF430FCA2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AEB9C-5C4B-DC48-ACBF-946868B1880F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79445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2882AE-6FF2-B66A-CD20-C892FA7C6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BB6125B-7866-0F68-CEC7-A004D24BE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6205A170-6F2D-77AE-487E-B77EB227C9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586D90EF-F545-0A25-6B00-FBB507D89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54D4-3129-1740-B723-0EEA72E2F881}" type="datetimeFigureOut">
              <a:t>04.02.2026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F385E7E6-595F-8584-96D7-2E06B6B6A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B438ECB7-63C5-A0E7-AB0B-3F4EE0154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AEB9C-5C4B-DC48-ACBF-946868B1880F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12196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97DCAF-81EC-5326-3C50-67F08FD7D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6080D691-F6A1-FBB3-88AA-44B3657EAC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47E4C6AE-F14B-7943-45BB-5A770290A0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AA375AF2-AF67-44B6-D737-031B3A46D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54D4-3129-1740-B723-0EEA72E2F881}" type="datetimeFigureOut">
              <a:t>04.02.2026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782D5590-3F4B-3DFF-F44E-BD55A33A5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734B46B7-A4BC-4EAC-4871-BBF7F2EC3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AEB9C-5C4B-DC48-ACBF-946868B1880F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04300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100A20-4880-0055-1528-905404146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9E2277E7-9D96-DC69-EAE1-95CC0DD1B9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8ABF317-6ACD-845D-6B95-F448F91EE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54D4-3129-1740-B723-0EEA72E2F881}" type="datetimeFigureOut">
              <a:t>04.02.2026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42C1B0C2-50E2-2023-1F01-EB0DDAC2D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8176A95-0FA0-C3D2-F4B7-2E41D88A4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AEB9C-5C4B-DC48-ACBF-946868B1880F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59711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3B6C8A81-9B19-E1B5-62A6-9008D28FB0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1632D149-C514-C045-7C61-5AA08A940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2ABB207-4EDC-531C-057B-D132C139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54D4-3129-1740-B723-0EEA72E2F881}" type="datetimeFigureOut">
              <a:t>04.02.2026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7961E92-F684-E42C-E042-9E56D8805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F4AFE7C-BDA4-E09B-3FBF-6308BAB86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AEB9C-5C4B-DC48-ACBF-946868B1880F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960177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2041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165F5D67-133D-9824-F93A-CE4C3FEBE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8E96F57A-D1E3-48CF-A998-9D64FA3C6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0C1B07F-2116-394F-B287-8CB6E28ADF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EF54D4-3129-1740-B723-0EEA72E2F881}" type="datetimeFigureOut">
              <a:t>04.02.2026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493D3729-C940-5A81-65E8-BD90613A9E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E406D66E-23CC-6317-0C74-6AE25F28E6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AAEB9C-5C4B-DC48-ACBF-946868B1880F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48157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13.png"/><Relationship Id="rId18" Type="http://schemas.openxmlformats.org/officeDocument/2006/relationships/customXml" Target="../ink/ink7.xml"/><Relationship Id="rId3" Type="http://schemas.openxmlformats.org/officeDocument/2006/relationships/image" Target="../media/image6.png"/><Relationship Id="rId21" Type="http://schemas.openxmlformats.org/officeDocument/2006/relationships/image" Target="../media/image17.png"/><Relationship Id="rId7" Type="http://schemas.openxmlformats.org/officeDocument/2006/relationships/image" Target="../media/image10.png"/><Relationship Id="rId12" Type="http://schemas.openxmlformats.org/officeDocument/2006/relationships/customXml" Target="../ink/ink4.xml"/><Relationship Id="rId17" Type="http://schemas.openxmlformats.org/officeDocument/2006/relationships/image" Target="../media/image15.png"/><Relationship Id="rId2" Type="http://schemas.openxmlformats.org/officeDocument/2006/relationships/image" Target="../media/image7.png"/><Relationship Id="rId16" Type="http://schemas.openxmlformats.org/officeDocument/2006/relationships/customXml" Target="../ink/ink6.xml"/><Relationship Id="rId20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5" Type="http://schemas.openxmlformats.org/officeDocument/2006/relationships/image" Target="../media/image14.png"/><Relationship Id="rId23" Type="http://schemas.openxmlformats.org/officeDocument/2006/relationships/image" Target="../media/image19.png"/><Relationship Id="rId10" Type="http://schemas.openxmlformats.org/officeDocument/2006/relationships/customXml" Target="../ink/ink3.xml"/><Relationship Id="rId19" Type="http://schemas.openxmlformats.org/officeDocument/2006/relationships/image" Target="../media/image16.png"/><Relationship Id="rId4" Type="http://schemas.openxmlformats.org/officeDocument/2006/relationships/image" Target="../media/image8.png"/><Relationship Id="rId9" Type="http://schemas.openxmlformats.org/officeDocument/2006/relationships/image" Target="../media/image11.png"/><Relationship Id="rId14" Type="http://schemas.openxmlformats.org/officeDocument/2006/relationships/customXml" Target="../ink/ink5.xml"/><Relationship Id="rId22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13" Type="http://schemas.openxmlformats.org/officeDocument/2006/relationships/customXml" Target="../ink/ink13.xml"/><Relationship Id="rId18" Type="http://schemas.openxmlformats.org/officeDocument/2006/relationships/image" Target="../media/image29.png"/><Relationship Id="rId3" Type="http://schemas.openxmlformats.org/officeDocument/2006/relationships/customXml" Target="../ink/ink9.xml"/><Relationship Id="rId21" Type="http://schemas.openxmlformats.org/officeDocument/2006/relationships/customXml" Target="../ink/ink17.xml"/><Relationship Id="rId7" Type="http://schemas.openxmlformats.org/officeDocument/2006/relationships/image" Target="../media/image24.png"/><Relationship Id="rId12" Type="http://schemas.openxmlformats.org/officeDocument/2006/relationships/customXml" Target="../ink/ink12.xml"/><Relationship Id="rId17" Type="http://schemas.openxmlformats.org/officeDocument/2006/relationships/customXml" Target="../ink/ink15.xml"/><Relationship Id="rId2" Type="http://schemas.openxmlformats.org/officeDocument/2006/relationships/image" Target="../media/image20.png"/><Relationship Id="rId16" Type="http://schemas.openxmlformats.org/officeDocument/2006/relationships/image" Target="../media/image28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6.png"/><Relationship Id="rId5" Type="http://schemas.openxmlformats.org/officeDocument/2006/relationships/image" Target="../media/image22.png"/><Relationship Id="rId15" Type="http://schemas.openxmlformats.org/officeDocument/2006/relationships/customXml" Target="../ink/ink14.xml"/><Relationship Id="rId10" Type="http://schemas.openxmlformats.org/officeDocument/2006/relationships/customXml" Target="../ink/ink11.xml"/><Relationship Id="rId19" Type="http://schemas.openxmlformats.org/officeDocument/2006/relationships/customXml" Target="../ink/ink16.xml"/><Relationship Id="rId4" Type="http://schemas.openxmlformats.org/officeDocument/2006/relationships/image" Target="../media/image21.png"/><Relationship Id="rId9" Type="http://schemas.openxmlformats.org/officeDocument/2006/relationships/image" Target="../media/image25.png"/><Relationship Id="rId14" Type="http://schemas.openxmlformats.org/officeDocument/2006/relationships/image" Target="../media/image27.png"/><Relationship Id="rId22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CE3D4-1783-AE79-8627-DB07C5E3E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>
            <a:extLst>
              <a:ext uri="{FF2B5EF4-FFF2-40B4-BE49-F238E27FC236}">
                <a16:creationId xmlns:a16="http://schemas.microsoft.com/office/drawing/2014/main" id="{1D02CD9C-1346-DE96-E756-A3111249D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33" y="795130"/>
            <a:ext cx="5770445" cy="5585791"/>
          </a:xfrm>
          <a:prstGeom prst="rect">
            <a:avLst/>
          </a:prstGeom>
        </p:spPr>
      </p:pic>
      <p:sp>
        <p:nvSpPr>
          <p:cNvPr id="4" name="Tekstfelt 3">
            <a:extLst>
              <a:ext uri="{FF2B5EF4-FFF2-40B4-BE49-F238E27FC236}">
                <a16:creationId xmlns:a16="http://schemas.microsoft.com/office/drawing/2014/main" id="{AE8C4D09-C2B5-D7E3-CB40-3406DF50CBB1}"/>
              </a:ext>
            </a:extLst>
          </p:cNvPr>
          <p:cNvSpPr txBox="1"/>
          <p:nvPr/>
        </p:nvSpPr>
        <p:spPr>
          <a:xfrm>
            <a:off x="490330" y="967408"/>
            <a:ext cx="371896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arenR"/>
            </a:pPr>
            <a:r>
              <a:rPr lang="da-DK"/>
              <a:t>Opsamling – mit EDA-perspektiv</a:t>
            </a:r>
          </a:p>
          <a:p>
            <a:pPr marL="800100" lvl="1" indent="-342900">
              <a:buAutoNum type="arabicParenR"/>
            </a:pPr>
            <a:r>
              <a:rPr lang="da-DK"/>
              <a:t>Juletræ</a:t>
            </a:r>
          </a:p>
          <a:p>
            <a:pPr marL="800100" lvl="1" indent="-342900">
              <a:buAutoNum type="arabicParenR"/>
            </a:pPr>
            <a:r>
              <a:rPr lang="da-DK"/>
              <a:t>Logfiler</a:t>
            </a:r>
          </a:p>
          <a:p>
            <a:pPr marL="342900" indent="-342900">
              <a:buAutoNum type="arabicParenR"/>
            </a:pPr>
            <a:r>
              <a:rPr lang="da-DK"/>
              <a:t>Berige kode fra eksterne kilder</a:t>
            </a:r>
          </a:p>
          <a:p>
            <a:pPr marL="800100" lvl="1" indent="-342900">
              <a:buAutoNum type="arabicParenR"/>
            </a:pPr>
            <a:r>
              <a:rPr lang="da-DK"/>
              <a:t>Adresse-lookup</a:t>
            </a:r>
          </a:p>
          <a:p>
            <a:pPr marL="800100" lvl="1" indent="-342900">
              <a:buAutoNum type="arabicParenR"/>
            </a:pPr>
            <a:r>
              <a:rPr lang="da-DK"/>
              <a:t>DST Befolkning BY2</a:t>
            </a:r>
          </a:p>
          <a:p>
            <a:pPr marL="342900" indent="-342900">
              <a:buAutoNum type="arabicParenR"/>
            </a:pPr>
            <a:r>
              <a:rPr lang="da-DK"/>
              <a:t>Outliers – what?</a:t>
            </a:r>
          </a:p>
          <a:p>
            <a:pPr marL="800100" lvl="1" indent="-342900">
              <a:buAutoNum type="arabicParenR"/>
            </a:pPr>
            <a:r>
              <a:rPr lang="da-DK"/>
              <a:t>Coop case</a:t>
            </a:r>
          </a:p>
        </p:txBody>
      </p:sp>
    </p:spTree>
    <p:extLst>
      <p:ext uri="{BB962C8B-B14F-4D97-AF65-F5344CB8AC3E}">
        <p14:creationId xmlns:p14="http://schemas.microsoft.com/office/powerpoint/2010/main" val="3920041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D547B-A4EF-A4CD-8788-0DF155741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 descr="Et billede, der indeholder tekst, skærmbillede, hus, udendørs&#10;&#10;AI-genereret indhold kan være ukorrekt.">
            <a:extLst>
              <a:ext uri="{FF2B5EF4-FFF2-40B4-BE49-F238E27FC236}">
                <a16:creationId xmlns:a16="http://schemas.microsoft.com/office/drawing/2014/main" id="{554481B8-6918-736E-5D73-1F01645D3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4526" y="0"/>
            <a:ext cx="3947474" cy="6858000"/>
          </a:xfrm>
          <a:prstGeom prst="rect">
            <a:avLst/>
          </a:prstGeom>
        </p:spPr>
      </p:pic>
      <p:pic>
        <p:nvPicPr>
          <p:cNvPr id="2" name="Billede 1">
            <a:extLst>
              <a:ext uri="{FF2B5EF4-FFF2-40B4-BE49-F238E27FC236}">
                <a16:creationId xmlns:a16="http://schemas.microsoft.com/office/drawing/2014/main" id="{B6C3E312-2BBA-7B97-BB85-FFBAEFA81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392" y="3777603"/>
            <a:ext cx="3196746" cy="2052812"/>
          </a:xfrm>
          <a:prstGeom prst="rect">
            <a:avLst/>
          </a:prstGeom>
        </p:spPr>
      </p:pic>
      <p:pic>
        <p:nvPicPr>
          <p:cNvPr id="4" name="Billede 3">
            <a:extLst>
              <a:ext uri="{FF2B5EF4-FFF2-40B4-BE49-F238E27FC236}">
                <a16:creationId xmlns:a16="http://schemas.microsoft.com/office/drawing/2014/main" id="{E59BE5F1-C82B-7D83-8DEF-4247C6A07A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897" y="217895"/>
            <a:ext cx="3196002" cy="2158125"/>
          </a:xfrm>
          <a:prstGeom prst="rect">
            <a:avLst/>
          </a:prstGeom>
        </p:spPr>
      </p:pic>
      <p:pic>
        <p:nvPicPr>
          <p:cNvPr id="6" name="Billede 5">
            <a:extLst>
              <a:ext uri="{FF2B5EF4-FFF2-40B4-BE49-F238E27FC236}">
                <a16:creationId xmlns:a16="http://schemas.microsoft.com/office/drawing/2014/main" id="{0D687B66-2F3D-219D-8E02-ADDD30C8CE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6272" y="3662381"/>
            <a:ext cx="3061252" cy="2283255"/>
          </a:xfrm>
          <a:prstGeom prst="rect">
            <a:avLst/>
          </a:prstGeo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FE4413AF-B444-4C5F-D676-43A9E60A5B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4088" y="366145"/>
            <a:ext cx="2944746" cy="1904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227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1E501-88DB-9545-9F2E-B6AFB67C6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>
            <a:extLst>
              <a:ext uri="{FF2B5EF4-FFF2-40B4-BE49-F238E27FC236}">
                <a16:creationId xmlns:a16="http://schemas.microsoft.com/office/drawing/2014/main" id="{689B633D-7A7C-F633-9422-9A59218BCC66}"/>
              </a:ext>
            </a:extLst>
          </p:cNvPr>
          <p:cNvSpPr txBox="1"/>
          <p:nvPr/>
        </p:nvSpPr>
        <p:spPr>
          <a:xfrm>
            <a:off x="386786" y="154308"/>
            <a:ext cx="9287220" cy="6809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700"/>
              <a:t>import </a:t>
            </a:r>
            <a:r>
              <a:rPr lang="da-DK" sz="1600" b="1"/>
              <a:t>pandas</a:t>
            </a:r>
            <a:r>
              <a:rPr lang="da-DK" sz="700"/>
              <a:t> as pd</a:t>
            </a:r>
          </a:p>
          <a:p>
            <a:endParaRPr lang="da-DK" sz="700"/>
          </a:p>
          <a:p>
            <a:r>
              <a:rPr lang="da-DK" sz="700"/>
              <a:t>### 2</a:t>
            </a:r>
            <a:r>
              <a:rPr lang="da-DK" sz="700">
                <a:solidFill>
                  <a:srgbClr val="FF0000"/>
                </a:solidFill>
              </a:rPr>
              <a:t>) </a:t>
            </a:r>
            <a:r>
              <a:rPr lang="da-DK" sz="1050">
                <a:solidFill>
                  <a:srgbClr val="FF0000"/>
                </a:solidFill>
              </a:rPr>
              <a:t>data retrieval</a:t>
            </a:r>
          </a:p>
          <a:p>
            <a:r>
              <a:rPr lang="da-DK" sz="1100" b="1"/>
              <a:t>dfbolig</a:t>
            </a:r>
            <a:r>
              <a:rPr lang="da-DK" sz="700"/>
              <a:t> = </a:t>
            </a:r>
            <a:r>
              <a:rPr lang="da-DK" sz="1200" b="1"/>
              <a:t>pd.read_csv("data/bolig.csv")</a:t>
            </a:r>
            <a:endParaRPr lang="da-DK" sz="700" b="1"/>
          </a:p>
          <a:p>
            <a:endParaRPr lang="da-DK" sz="700"/>
          </a:p>
          <a:p>
            <a:r>
              <a:rPr lang="da-DK" sz="700"/>
              <a:t>### 3.1) </a:t>
            </a:r>
            <a:r>
              <a:rPr lang="da-DK" sz="1200">
                <a:solidFill>
                  <a:srgbClr val="FF0000"/>
                </a:solidFill>
              </a:rPr>
              <a:t>data cleaning</a:t>
            </a:r>
            <a:endParaRPr lang="da-DK" sz="700">
              <a:solidFill>
                <a:srgbClr val="FF0000"/>
              </a:solidFill>
            </a:endParaRPr>
          </a:p>
          <a:p>
            <a:endParaRPr lang="da-DK" sz="700"/>
          </a:p>
          <a:p>
            <a:r>
              <a:rPr lang="da-DK" sz="700"/>
              <a:t># pris – </a:t>
            </a:r>
            <a:r>
              <a:rPr lang="da-DK" sz="1200" b="1">
                <a:solidFill>
                  <a:schemeClr val="accent5">
                    <a:lumMod val="60000"/>
                    <a:lumOff val="40000"/>
                  </a:schemeClr>
                </a:solidFill>
              </a:rPr>
              <a:t>numerisk</a:t>
            </a:r>
            <a:endParaRPr lang="da-DK" sz="700" b="1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r>
              <a:rPr lang="da-DK" sz="1600"/>
              <a:t>dfbolig['prisnum'] </a:t>
            </a:r>
            <a:r>
              <a:rPr lang="da-DK" sz="700"/>
              <a:t>= </a:t>
            </a:r>
            <a:r>
              <a:rPr lang="da-DK" sz="1100"/>
              <a:t>pd.to_numeric</a:t>
            </a:r>
            <a:r>
              <a:rPr lang="da-DK" sz="700"/>
              <a:t>( </a:t>
            </a:r>
            <a:r>
              <a:rPr lang="da-DK" sz="1200" b="1"/>
              <a:t>dfbolig['pris'].</a:t>
            </a:r>
            <a:r>
              <a:rPr lang="da-DK" sz="1400" b="1"/>
              <a:t>str</a:t>
            </a:r>
            <a:r>
              <a:rPr lang="da-DK" sz="700"/>
              <a:t>.</a:t>
            </a:r>
            <a:r>
              <a:rPr lang="da-DK" sz="1000"/>
              <a:t>replace("[. a-z]", "", regex=True) )</a:t>
            </a:r>
          </a:p>
          <a:p>
            <a:endParaRPr lang="da-DK" sz="700"/>
          </a:p>
          <a:p>
            <a:r>
              <a:rPr lang="da-DK" sz="700"/>
              <a:t># </a:t>
            </a:r>
            <a:r>
              <a:rPr lang="da-DK" sz="1200" b="1"/>
              <a:t>subset</a:t>
            </a:r>
            <a:r>
              <a:rPr lang="da-DK" sz="700"/>
              <a:t> data</a:t>
            </a:r>
          </a:p>
          <a:p>
            <a:r>
              <a:rPr lang="da-DK" sz="700"/>
              <a:t>dfboligsub = </a:t>
            </a:r>
            <a:r>
              <a:rPr lang="da-DK" sz="1600" b="1"/>
              <a:t>dfbolig.query</a:t>
            </a:r>
            <a:r>
              <a:rPr lang="da-DK" sz="700"/>
              <a:t>('~type.str.startswith("Hel")')</a:t>
            </a:r>
          </a:p>
          <a:p>
            <a:r>
              <a:rPr lang="da-DK" sz="700"/>
              <a:t>dfboligsub = dfboligsub.query('~type.str.startswith("Fritid")')</a:t>
            </a:r>
          </a:p>
          <a:p>
            <a:r>
              <a:rPr lang="da-DK" sz="700"/>
              <a:t>dfboligsub = dfboligsub.query('~kvm.str.startswith("-")')</a:t>
            </a:r>
          </a:p>
          <a:p>
            <a:endParaRPr lang="da-DK" sz="700"/>
          </a:p>
          <a:p>
            <a:r>
              <a:rPr lang="da-DK" sz="700"/>
              <a:t>### Energi – </a:t>
            </a:r>
            <a:r>
              <a:rPr lang="da-DK" sz="1400" b="1">
                <a:solidFill>
                  <a:schemeClr val="accent5">
                    <a:lumMod val="60000"/>
                    <a:lumOff val="40000"/>
                  </a:schemeClr>
                </a:solidFill>
              </a:rPr>
              <a:t>kategori</a:t>
            </a:r>
            <a:endParaRPr lang="da-DK" sz="700" b="1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r>
              <a:rPr lang="da-DK" sz="700"/>
              <a:t>testrækker = dfboligsub.loc[1:5, 'energi']</a:t>
            </a:r>
          </a:p>
          <a:p>
            <a:endParaRPr lang="da-DK" sz="700"/>
          </a:p>
          <a:p>
            <a:r>
              <a:rPr lang="da-DK" sz="700"/>
              <a:t>### 3.2) </a:t>
            </a:r>
            <a:r>
              <a:rPr lang="da-DK" sz="1200">
                <a:solidFill>
                  <a:srgbClr val="FF0000"/>
                </a:solidFill>
              </a:rPr>
              <a:t>Feature engineering</a:t>
            </a:r>
            <a:endParaRPr lang="da-DK" sz="700">
              <a:solidFill>
                <a:srgbClr val="FF0000"/>
              </a:solidFill>
            </a:endParaRPr>
          </a:p>
          <a:p>
            <a:r>
              <a:rPr lang="da-DK" sz="700"/>
              <a:t># alder ud fra årstal</a:t>
            </a:r>
          </a:p>
          <a:p>
            <a:r>
              <a:rPr lang="da-DK" sz="1100" b="1"/>
              <a:t>dfboligsub['aldernum'] </a:t>
            </a:r>
            <a:r>
              <a:rPr lang="da-DK" sz="700"/>
              <a:t>= </a:t>
            </a:r>
            <a:r>
              <a:rPr lang="da-DK" sz="1050"/>
              <a:t>2024 - pd.to_numeric( dfboligsub['alder'].str.replace("Opført ", "", regex=True) )</a:t>
            </a:r>
          </a:p>
          <a:p>
            <a:endParaRPr lang="da-DK" sz="1050"/>
          </a:p>
          <a:p>
            <a:r>
              <a:rPr lang="da-DK" sz="700"/>
              <a:t>### 4) </a:t>
            </a:r>
            <a:r>
              <a:rPr lang="da-DK" sz="1200">
                <a:solidFill>
                  <a:srgbClr val="FF0000"/>
                </a:solidFill>
              </a:rPr>
              <a:t>Data </a:t>
            </a:r>
            <a:r>
              <a:rPr lang="da-DK" sz="1200" i="1">
                <a:solidFill>
                  <a:srgbClr val="FF0000"/>
                </a:solidFill>
              </a:rPr>
              <a:t>exploration</a:t>
            </a:r>
          </a:p>
          <a:p>
            <a:r>
              <a:rPr lang="da-DK" sz="1000"/>
              <a:t>#### 4.1</a:t>
            </a:r>
            <a:r>
              <a:rPr lang="da-DK" sz="1400"/>
              <a:t>) simple exploration – </a:t>
            </a:r>
            <a:r>
              <a:rPr lang="da-DK" sz="1400">
                <a:solidFill>
                  <a:schemeClr val="accent5">
                    <a:lumMod val="75000"/>
                  </a:schemeClr>
                </a:solidFill>
              </a:rPr>
              <a:t>numeric</a:t>
            </a:r>
          </a:p>
          <a:p>
            <a:r>
              <a:rPr lang="da-DK" sz="1050">
                <a:solidFill>
                  <a:schemeClr val="accent5">
                    <a:lumMod val="75000"/>
                  </a:schemeClr>
                </a:solidFill>
              </a:rPr>
              <a:t>### </a:t>
            </a:r>
            <a:r>
              <a:rPr lang="da-DK" sz="1050" i="1">
                <a:solidFill>
                  <a:schemeClr val="accent5">
                    <a:lumMod val="75000"/>
                  </a:schemeClr>
                </a:solidFill>
              </a:rPr>
              <a:t>visuelt</a:t>
            </a:r>
            <a:endParaRPr lang="da-DK" sz="700" i="1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da-DK" sz="1100" b="1"/>
              <a:t>dfboligsub['prisnum'].</a:t>
            </a:r>
            <a:r>
              <a:rPr lang="da-DK" sz="1100" b="1" i="1"/>
              <a:t>plot</a:t>
            </a:r>
            <a:r>
              <a:rPr lang="da-DK" sz="1100" b="1"/>
              <a:t>.</a:t>
            </a:r>
            <a:r>
              <a:rPr lang="da-DK" sz="1100" b="1">
                <a:solidFill>
                  <a:schemeClr val="accent6"/>
                </a:solidFill>
              </a:rPr>
              <a:t>hist</a:t>
            </a:r>
            <a:r>
              <a:rPr lang="da-DK" sz="1100" b="1"/>
              <a:t>(bins=50)</a:t>
            </a:r>
            <a:endParaRPr lang="da-DK" sz="700" b="1"/>
          </a:p>
          <a:p>
            <a:r>
              <a:rPr lang="da-DK" sz="700"/>
              <a:t>dfboligsub['ejerudgnum'].plot.hist(bins=90)</a:t>
            </a:r>
          </a:p>
          <a:p>
            <a:endParaRPr lang="da-DK" sz="800"/>
          </a:p>
          <a:p>
            <a:r>
              <a:rPr lang="da-DK" sz="1100">
                <a:solidFill>
                  <a:schemeClr val="accent5">
                    <a:lumMod val="75000"/>
                  </a:schemeClr>
                </a:solidFill>
              </a:rPr>
              <a:t>#### 4.1)</a:t>
            </a:r>
            <a:r>
              <a:rPr lang="da-DK" sz="1400">
                <a:solidFill>
                  <a:schemeClr val="accent5">
                    <a:lumMod val="75000"/>
                  </a:schemeClr>
                </a:solidFill>
              </a:rPr>
              <a:t> simple exploration – categorical</a:t>
            </a:r>
          </a:p>
          <a:p>
            <a:r>
              <a:rPr lang="da-DK" sz="1000"/>
              <a:t># count of observertions pr bin</a:t>
            </a:r>
          </a:p>
          <a:p>
            <a:r>
              <a:rPr lang="da-DK" sz="1100"/>
              <a:t>countE=</a:t>
            </a:r>
            <a:r>
              <a:rPr lang="da-DK" sz="1100" b="1"/>
              <a:t>dfboligsub['energicat'].value_counts().</a:t>
            </a:r>
            <a:r>
              <a:rPr lang="da-DK" sz="1100"/>
              <a:t>reset_index()</a:t>
            </a:r>
          </a:p>
          <a:p>
            <a:r>
              <a:rPr lang="da-DK" sz="1100"/>
              <a:t>countE.</a:t>
            </a:r>
            <a:r>
              <a:rPr lang="da-DK" sz="1200" b="1"/>
              <a:t>plot.</a:t>
            </a:r>
            <a:r>
              <a:rPr lang="da-DK" sz="1200" b="1">
                <a:solidFill>
                  <a:schemeClr val="accent6"/>
                </a:solidFill>
              </a:rPr>
              <a:t>bar</a:t>
            </a:r>
            <a:r>
              <a:rPr lang="da-DK" sz="1200" b="1"/>
              <a:t>(x='energicat',y='count')</a:t>
            </a:r>
            <a:endParaRPr lang="da-DK" sz="1100" b="1"/>
          </a:p>
          <a:p>
            <a:endParaRPr lang="da-DK" sz="110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da-DK" sz="1400">
                <a:solidFill>
                  <a:schemeClr val="accent5">
                    <a:lumMod val="75000"/>
                  </a:schemeClr>
                </a:solidFill>
              </a:rPr>
              <a:t>#### 4.2) combined – numeric + numeric</a:t>
            </a:r>
          </a:p>
          <a:p>
            <a:r>
              <a:rPr lang="da-DK" sz="1200"/>
              <a:t>dfboligsub.</a:t>
            </a:r>
            <a:r>
              <a:rPr lang="da-DK" sz="1200" b="1"/>
              <a:t>plot.</a:t>
            </a:r>
            <a:r>
              <a:rPr lang="da-DK" sz="1200" b="1">
                <a:solidFill>
                  <a:schemeClr val="accent6"/>
                </a:solidFill>
              </a:rPr>
              <a:t>scatter</a:t>
            </a:r>
            <a:r>
              <a:rPr lang="da-DK" sz="1200"/>
              <a:t>(x='kvmnum', y='prisnum')</a:t>
            </a:r>
          </a:p>
          <a:p>
            <a:r>
              <a:rPr lang="da-DK" sz="700"/>
              <a:t>dfboligsub.plot.scatter(x='ejerudgnum', y='prisnum')</a:t>
            </a:r>
          </a:p>
          <a:p>
            <a:r>
              <a:rPr lang="da-DK" sz="700"/>
              <a:t>dfboligsub.plot.scatter(x='aldernum', y='prisnum')</a:t>
            </a:r>
          </a:p>
          <a:p>
            <a:endParaRPr lang="da-DK" sz="700"/>
          </a:p>
          <a:p>
            <a:r>
              <a:rPr lang="da-DK" sz="1200">
                <a:solidFill>
                  <a:schemeClr val="accent5">
                    <a:lumMod val="75000"/>
                  </a:schemeClr>
                </a:solidFill>
              </a:rPr>
              <a:t>#### 4.2) combined – categorical + numeric</a:t>
            </a:r>
          </a:p>
          <a:p>
            <a:r>
              <a:rPr lang="da-DK" sz="1400" b="1"/>
              <a:t>statenergi</a:t>
            </a:r>
            <a:r>
              <a:rPr lang="da-DK" sz="1400"/>
              <a:t> = ( dfboligsub .</a:t>
            </a:r>
            <a:r>
              <a:rPr lang="da-DK" sz="1400" b="1"/>
              <a:t>groupby</a:t>
            </a:r>
            <a:r>
              <a:rPr lang="da-DK" sz="1400"/>
              <a:t>('</a:t>
            </a:r>
            <a:r>
              <a:rPr lang="da-DK" sz="1400">
                <a:solidFill>
                  <a:schemeClr val="tx2">
                    <a:lumMod val="50000"/>
                    <a:lumOff val="50000"/>
                  </a:schemeClr>
                </a:solidFill>
              </a:rPr>
              <a:t>energicat</a:t>
            </a:r>
            <a:r>
              <a:rPr lang="da-DK" sz="1400"/>
              <a:t>')[</a:t>
            </a:r>
            <a:r>
              <a:rPr lang="da-DK" sz="1400">
                <a:solidFill>
                  <a:schemeClr val="tx2">
                    <a:lumMod val="50000"/>
                    <a:lumOff val="50000"/>
                  </a:schemeClr>
                </a:solidFill>
              </a:rPr>
              <a:t>'prisnum</a:t>
            </a:r>
            <a:r>
              <a:rPr lang="da-DK" sz="1400"/>
              <a:t>'] .</a:t>
            </a:r>
            <a:r>
              <a:rPr lang="da-DK" sz="1400">
                <a:solidFill>
                  <a:schemeClr val="accent6"/>
                </a:solidFill>
              </a:rPr>
              <a:t>mean</a:t>
            </a:r>
            <a:r>
              <a:rPr lang="da-DK" sz="1400"/>
              <a:t>() .astype(int) .reset_index() )</a:t>
            </a:r>
          </a:p>
          <a:p>
            <a:endParaRPr lang="da-DK" sz="700"/>
          </a:p>
          <a:p>
            <a:r>
              <a:rPr lang="da-DK" sz="1200"/>
              <a:t>statenergi.</a:t>
            </a:r>
            <a:r>
              <a:rPr lang="da-DK" sz="1200" b="1"/>
              <a:t>plot</a:t>
            </a:r>
            <a:r>
              <a:rPr lang="da-DK" sz="1200"/>
              <a:t>.</a:t>
            </a:r>
            <a:r>
              <a:rPr lang="da-DK" sz="1200">
                <a:solidFill>
                  <a:schemeClr val="accent6"/>
                </a:solidFill>
              </a:rPr>
              <a:t>bar</a:t>
            </a:r>
            <a:r>
              <a:rPr lang="da-DK" sz="1200"/>
              <a:t>(x='energicat', y='prisnum')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5917BCD8-94F2-983F-5D96-44C172131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4029" y="7586692"/>
            <a:ext cx="11298441" cy="927131"/>
          </a:xfrm>
          <a:prstGeom prst="rect">
            <a:avLst/>
          </a:prstGeom>
        </p:spPr>
      </p:pic>
      <p:pic>
        <p:nvPicPr>
          <p:cNvPr id="6" name="Billede 5">
            <a:extLst>
              <a:ext uri="{FF2B5EF4-FFF2-40B4-BE49-F238E27FC236}">
                <a16:creationId xmlns:a16="http://schemas.microsoft.com/office/drawing/2014/main" id="{1BD981BB-07BE-6CEB-C331-9B6DF3F87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584" y="694759"/>
            <a:ext cx="3513571" cy="2272459"/>
          </a:xfrm>
          <a:prstGeom prst="rect">
            <a:avLst/>
          </a:prstGeo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DB6FE509-A1C6-7838-599D-D7C727713C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1155" y="694759"/>
            <a:ext cx="3754621" cy="2535337"/>
          </a:xfrm>
          <a:prstGeom prst="rect">
            <a:avLst/>
          </a:prstGeom>
        </p:spPr>
      </p:pic>
      <p:grpSp>
        <p:nvGrpSpPr>
          <p:cNvPr id="24" name="Gruppe 23">
            <a:extLst>
              <a:ext uri="{FF2B5EF4-FFF2-40B4-BE49-F238E27FC236}">
                <a16:creationId xmlns:a16="http://schemas.microsoft.com/office/drawing/2014/main" id="{8C0E0BD8-4A36-7BCF-CD70-7BD4C33796CC}"/>
              </a:ext>
            </a:extLst>
          </p:cNvPr>
          <p:cNvGrpSpPr/>
          <p:nvPr/>
        </p:nvGrpSpPr>
        <p:grpSpPr>
          <a:xfrm>
            <a:off x="8663517" y="2959865"/>
            <a:ext cx="2336665" cy="1434000"/>
            <a:chOff x="7985688" y="3429000"/>
            <a:chExt cx="3754621" cy="2645743"/>
          </a:xfrm>
        </p:grpSpPr>
        <p:pic>
          <p:nvPicPr>
            <p:cNvPr id="8" name="Billede 7">
              <a:extLst>
                <a:ext uri="{FF2B5EF4-FFF2-40B4-BE49-F238E27FC236}">
                  <a16:creationId xmlns:a16="http://schemas.microsoft.com/office/drawing/2014/main" id="{444A7EB2-E502-1728-7D37-F951A55548C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85688" y="3429000"/>
              <a:ext cx="3754621" cy="2645743"/>
            </a:xfrm>
            <a:prstGeom prst="rect">
              <a:avLst/>
            </a:prstGeom>
          </p:spPr>
        </p:pic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9" name="Håndskrift 8">
                  <a:extLst>
                    <a:ext uri="{FF2B5EF4-FFF2-40B4-BE49-F238E27FC236}">
                      <a16:creationId xmlns:a16="http://schemas.microsoft.com/office/drawing/2014/main" id="{7023F6AA-081C-077E-BDE3-1A130319E280}"/>
                    </a:ext>
                  </a:extLst>
                </p14:cNvPr>
                <p14:cNvContentPartPr/>
                <p14:nvPr/>
              </p14:nvContentPartPr>
              <p14:xfrm>
                <a:off x="8356698" y="4534569"/>
                <a:ext cx="2989080" cy="1230120"/>
              </p14:xfrm>
            </p:contentPart>
          </mc:Choice>
          <mc:Fallback>
            <p:pic>
              <p:nvPicPr>
                <p:cNvPr id="9" name="Håndskrift 8">
                  <a:extLst>
                    <a:ext uri="{FF2B5EF4-FFF2-40B4-BE49-F238E27FC236}">
                      <a16:creationId xmlns:a16="http://schemas.microsoft.com/office/drawing/2014/main" id="{7023F6AA-081C-077E-BDE3-1A130319E28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346865" y="4523277"/>
                  <a:ext cx="3008745" cy="1252703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9" name="Gruppe 18">
              <a:extLst>
                <a:ext uri="{FF2B5EF4-FFF2-40B4-BE49-F238E27FC236}">
                  <a16:creationId xmlns:a16="http://schemas.microsoft.com/office/drawing/2014/main" id="{3499251F-A1F6-347F-5563-321FD9D9C020}"/>
                </a:ext>
              </a:extLst>
            </p:cNvPr>
            <p:cNvGrpSpPr/>
            <p:nvPr/>
          </p:nvGrpSpPr>
          <p:grpSpPr>
            <a:xfrm>
              <a:off x="10242378" y="4319289"/>
              <a:ext cx="1303560" cy="933120"/>
              <a:chOff x="10242378" y="4319289"/>
              <a:chExt cx="1303560" cy="93312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8">
                <p14:nvContentPartPr>
                  <p14:cNvPr id="10" name="Håndskrift 9">
                    <a:extLst>
                      <a:ext uri="{FF2B5EF4-FFF2-40B4-BE49-F238E27FC236}">
                        <a16:creationId xmlns:a16="http://schemas.microsoft.com/office/drawing/2014/main" id="{9D66DB42-C87D-3BD0-BE93-99E56C04F86C}"/>
                      </a:ext>
                    </a:extLst>
                  </p14:cNvPr>
                  <p14:cNvContentPartPr/>
                  <p14:nvPr/>
                </p14:nvContentPartPr>
                <p14:xfrm>
                  <a:off x="10665378" y="4364649"/>
                  <a:ext cx="238320" cy="358200"/>
                </p14:xfrm>
              </p:contentPart>
            </mc:Choice>
            <mc:Fallback>
              <p:pic>
                <p:nvPicPr>
                  <p:cNvPr id="10" name="Håndskrift 9">
                    <a:extLst>
                      <a:ext uri="{FF2B5EF4-FFF2-40B4-BE49-F238E27FC236}">
                        <a16:creationId xmlns:a16="http://schemas.microsoft.com/office/drawing/2014/main" id="{9D66DB42-C87D-3BD0-BE93-99E56C04F86C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0655544" y="4353372"/>
                    <a:ext cx="257987" cy="38075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0">
                <p14:nvContentPartPr>
                  <p14:cNvPr id="11" name="Håndskrift 10">
                    <a:extLst>
                      <a:ext uri="{FF2B5EF4-FFF2-40B4-BE49-F238E27FC236}">
                        <a16:creationId xmlns:a16="http://schemas.microsoft.com/office/drawing/2014/main" id="{9439BDD6-5483-E08D-22AA-0836A2937254}"/>
                      </a:ext>
                    </a:extLst>
                  </p14:cNvPr>
                  <p14:cNvContentPartPr/>
                  <p14:nvPr/>
                </p14:nvContentPartPr>
                <p14:xfrm>
                  <a:off x="11294658" y="4616649"/>
                  <a:ext cx="251280" cy="635760"/>
                </p14:xfrm>
              </p:contentPart>
            </mc:Choice>
            <mc:Fallback>
              <p:pic>
                <p:nvPicPr>
                  <p:cNvPr id="11" name="Håndskrift 10">
                    <a:extLst>
                      <a:ext uri="{FF2B5EF4-FFF2-40B4-BE49-F238E27FC236}">
                        <a16:creationId xmlns:a16="http://schemas.microsoft.com/office/drawing/2014/main" id="{9439BDD6-5483-E08D-22AA-0836A2937254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11284838" y="4605367"/>
                    <a:ext cx="270920" cy="65832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2">
                <p14:nvContentPartPr>
                  <p14:cNvPr id="14" name="Håndskrift 13">
                    <a:extLst>
                      <a:ext uri="{FF2B5EF4-FFF2-40B4-BE49-F238E27FC236}">
                        <a16:creationId xmlns:a16="http://schemas.microsoft.com/office/drawing/2014/main" id="{D444305F-7EC3-4C03-9D7C-289DC3D7A965}"/>
                      </a:ext>
                    </a:extLst>
                  </p14:cNvPr>
                  <p14:cNvContentPartPr/>
                  <p14:nvPr/>
                </p14:nvContentPartPr>
                <p14:xfrm>
                  <a:off x="10242378" y="4745889"/>
                  <a:ext cx="164520" cy="212400"/>
                </p14:xfrm>
              </p:contentPart>
            </mc:Choice>
            <mc:Fallback>
              <p:pic>
                <p:nvPicPr>
                  <p:cNvPr id="14" name="Håndskrift 13">
                    <a:extLst>
                      <a:ext uri="{FF2B5EF4-FFF2-40B4-BE49-F238E27FC236}">
                        <a16:creationId xmlns:a16="http://schemas.microsoft.com/office/drawing/2014/main" id="{D444305F-7EC3-4C03-9D7C-289DC3D7A965}"/>
                      </a:ext>
                    </a:extLst>
                  </p:cNvPr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10232565" y="4734605"/>
                    <a:ext cx="184147" cy="23496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4">
                <p14:nvContentPartPr>
                  <p14:cNvPr id="17" name="Håndskrift 16">
                    <a:extLst>
                      <a:ext uri="{FF2B5EF4-FFF2-40B4-BE49-F238E27FC236}">
                        <a16:creationId xmlns:a16="http://schemas.microsoft.com/office/drawing/2014/main" id="{73764D52-4FA2-B3FA-0AC1-77E3EC0C0EF8}"/>
                      </a:ext>
                    </a:extLst>
                  </p14:cNvPr>
                  <p14:cNvContentPartPr/>
                  <p14:nvPr/>
                </p14:nvContentPartPr>
                <p14:xfrm>
                  <a:off x="10830978" y="4319289"/>
                  <a:ext cx="114840" cy="175680"/>
                </p14:xfrm>
              </p:contentPart>
            </mc:Choice>
            <mc:Fallback>
              <p:pic>
                <p:nvPicPr>
                  <p:cNvPr id="17" name="Håndskrift 16">
                    <a:extLst>
                      <a:ext uri="{FF2B5EF4-FFF2-40B4-BE49-F238E27FC236}">
                        <a16:creationId xmlns:a16="http://schemas.microsoft.com/office/drawing/2014/main" id="{73764D52-4FA2-B3FA-0AC1-77E3EC0C0EF8}"/>
                      </a:ext>
                    </a:extLst>
                  </p:cNvPr>
                  <p:cNvPicPr/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10821168" y="4308019"/>
                    <a:ext cx="134461" cy="19822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0" name="Håndskrift 19">
                  <a:extLst>
                    <a:ext uri="{FF2B5EF4-FFF2-40B4-BE49-F238E27FC236}">
                      <a16:creationId xmlns:a16="http://schemas.microsoft.com/office/drawing/2014/main" id="{FCD1080B-6E1A-5279-C869-8D948CC7D0A8}"/>
                    </a:ext>
                  </a:extLst>
                </p14:cNvPr>
                <p14:cNvContentPartPr/>
                <p14:nvPr/>
              </p14:nvContentPartPr>
              <p14:xfrm>
                <a:off x="8563698" y="3722769"/>
                <a:ext cx="1961640" cy="2064960"/>
              </p14:xfrm>
            </p:contentPart>
          </mc:Choice>
          <mc:Fallback>
            <p:pic>
              <p:nvPicPr>
                <p:cNvPr id="20" name="Håndskrift 19">
                  <a:extLst>
                    <a:ext uri="{FF2B5EF4-FFF2-40B4-BE49-F238E27FC236}">
                      <a16:creationId xmlns:a16="http://schemas.microsoft.com/office/drawing/2014/main" id="{FCD1080B-6E1A-5279-C869-8D948CC7D0A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53867" y="3711481"/>
                  <a:ext cx="1981303" cy="20875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1" name="Håndskrift 20">
                  <a:extLst>
                    <a:ext uri="{FF2B5EF4-FFF2-40B4-BE49-F238E27FC236}">
                      <a16:creationId xmlns:a16="http://schemas.microsoft.com/office/drawing/2014/main" id="{A330C1B8-B276-7BA2-C374-EB7301D3BCB3}"/>
                    </a:ext>
                  </a:extLst>
                </p14:cNvPr>
                <p14:cNvContentPartPr/>
                <p14:nvPr/>
              </p14:nvContentPartPr>
              <p14:xfrm>
                <a:off x="9600498" y="3761289"/>
                <a:ext cx="526320" cy="420480"/>
              </p14:xfrm>
            </p:contentPart>
          </mc:Choice>
          <mc:Fallback>
            <p:pic>
              <p:nvPicPr>
                <p:cNvPr id="21" name="Håndskrift 20">
                  <a:extLst>
                    <a:ext uri="{FF2B5EF4-FFF2-40B4-BE49-F238E27FC236}">
                      <a16:creationId xmlns:a16="http://schemas.microsoft.com/office/drawing/2014/main" id="{A330C1B8-B276-7BA2-C374-EB7301D3BCB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590676" y="3750014"/>
                  <a:ext cx="545963" cy="4430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2" name="Håndskrift 21">
                  <a:extLst>
                    <a:ext uri="{FF2B5EF4-FFF2-40B4-BE49-F238E27FC236}">
                      <a16:creationId xmlns:a16="http://schemas.microsoft.com/office/drawing/2014/main" id="{FD75009A-6DDA-0389-8882-4B748F1A80CF}"/>
                    </a:ext>
                  </a:extLst>
                </p14:cNvPr>
                <p14:cNvContentPartPr/>
                <p14:nvPr/>
              </p14:nvContentPartPr>
              <p14:xfrm>
                <a:off x="9483498" y="3490929"/>
                <a:ext cx="849240" cy="933480"/>
              </p14:xfrm>
            </p:contentPart>
          </mc:Choice>
          <mc:Fallback>
            <p:pic>
              <p:nvPicPr>
                <p:cNvPr id="22" name="Håndskrift 21">
                  <a:extLst>
                    <a:ext uri="{FF2B5EF4-FFF2-40B4-BE49-F238E27FC236}">
                      <a16:creationId xmlns:a16="http://schemas.microsoft.com/office/drawing/2014/main" id="{FD75009A-6DDA-0389-8882-4B748F1A80C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473663" y="3479642"/>
                  <a:ext cx="868909" cy="956053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3" name="Billede 22">
            <a:extLst>
              <a:ext uri="{FF2B5EF4-FFF2-40B4-BE49-F238E27FC236}">
                <a16:creationId xmlns:a16="http://schemas.microsoft.com/office/drawing/2014/main" id="{E1A0D44C-CF4B-C461-A389-5657629EA55C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840606" y="2944135"/>
            <a:ext cx="2035015" cy="1434000"/>
          </a:xfrm>
          <a:prstGeom prst="rect">
            <a:avLst/>
          </a:prstGeom>
        </p:spPr>
      </p:pic>
      <p:pic>
        <p:nvPicPr>
          <p:cNvPr id="25" name="Billede 24">
            <a:extLst>
              <a:ext uri="{FF2B5EF4-FFF2-40B4-BE49-F238E27FC236}">
                <a16:creationId xmlns:a16="http://schemas.microsoft.com/office/drawing/2014/main" id="{632DC439-2727-4AF0-AA98-2FAFADF95972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48767" y="4539904"/>
            <a:ext cx="2909332" cy="216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977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20E0B-1EAC-1BEB-8D68-6FF7A1387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dsholder til indhold 4">
            <a:extLst>
              <a:ext uri="{FF2B5EF4-FFF2-40B4-BE49-F238E27FC236}">
                <a16:creationId xmlns:a16="http://schemas.microsoft.com/office/drawing/2014/main" id="{5812229F-F632-0781-E8A8-6E9626BD38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4323" t="23062" r="43137" b="15999"/>
          <a:stretch/>
        </p:blipFill>
        <p:spPr>
          <a:xfrm>
            <a:off x="6802497" y="1589981"/>
            <a:ext cx="4860565" cy="512019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Håndskrift 5">
                <a:extLst>
                  <a:ext uri="{FF2B5EF4-FFF2-40B4-BE49-F238E27FC236}">
                    <a16:creationId xmlns:a16="http://schemas.microsoft.com/office/drawing/2014/main" id="{38BBC148-797C-0EAF-541D-5DCAEF98F776}"/>
                  </a:ext>
                </a:extLst>
              </p14:cNvPr>
              <p14:cNvContentPartPr/>
              <p14:nvPr/>
            </p14:nvContentPartPr>
            <p14:xfrm>
              <a:off x="2667618" y="3846102"/>
              <a:ext cx="360" cy="360"/>
            </p14:xfrm>
          </p:contentPart>
        </mc:Choice>
        <mc:Fallback>
          <p:pic>
            <p:nvPicPr>
              <p:cNvPr id="6" name="Håndskrift 5">
                <a:extLst>
                  <a:ext uri="{FF2B5EF4-FFF2-40B4-BE49-F238E27FC236}">
                    <a16:creationId xmlns:a16="http://schemas.microsoft.com/office/drawing/2014/main" id="{38BBC148-797C-0EAF-541D-5DCAEF98F77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13978" y="3738462"/>
                <a:ext cx="1080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Billede 6">
            <a:extLst>
              <a:ext uri="{FF2B5EF4-FFF2-40B4-BE49-F238E27FC236}">
                <a16:creationId xmlns:a16="http://schemas.microsoft.com/office/drawing/2014/main" id="{4A09E2C4-9E93-AB29-78B0-0EDD2029FB6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3111" b="13020"/>
          <a:stretch>
            <a:fillRect/>
          </a:stretch>
        </p:blipFill>
        <p:spPr>
          <a:xfrm>
            <a:off x="338667" y="93576"/>
            <a:ext cx="5080001" cy="3752526"/>
          </a:xfrm>
          <a:prstGeom prst="rect">
            <a:avLst/>
          </a:prstGeom>
        </p:spPr>
      </p:pic>
      <p:pic>
        <p:nvPicPr>
          <p:cNvPr id="9" name="Billede 8" descr="Et billede, der indeholder tekst, skærmbillede, nummer/tal, Font/skrifttype&#10;&#10;AI-genereret indhold kan være ukorrekt.">
            <a:extLst>
              <a:ext uri="{FF2B5EF4-FFF2-40B4-BE49-F238E27FC236}">
                <a16:creationId xmlns:a16="http://schemas.microsoft.com/office/drawing/2014/main" id="{5BC1B55F-8E8F-990D-9F25-6DD6B0568A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8774" y="3939822"/>
            <a:ext cx="2509811" cy="2824601"/>
          </a:xfrm>
          <a:prstGeom prst="rect">
            <a:avLst/>
          </a:prstGeom>
        </p:spPr>
      </p:pic>
      <p:pic>
        <p:nvPicPr>
          <p:cNvPr id="11" name="Billede 10" descr="Et billede, der indeholder tekst, skærmbillede, nummer/tal, Font/skrifttype&#10;&#10;AI-genereret indhold kan være ukorrekt.">
            <a:extLst>
              <a:ext uri="{FF2B5EF4-FFF2-40B4-BE49-F238E27FC236}">
                <a16:creationId xmlns:a16="http://schemas.microsoft.com/office/drawing/2014/main" id="{4623CDF0-9654-8406-DCBA-3F00598B40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436" y="3916058"/>
            <a:ext cx="2971338" cy="280817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2" name="Håndskrift 11">
                <a:extLst>
                  <a:ext uri="{FF2B5EF4-FFF2-40B4-BE49-F238E27FC236}">
                    <a16:creationId xmlns:a16="http://schemas.microsoft.com/office/drawing/2014/main" id="{C5E8CF4E-048A-FAA0-33A5-E41851604488}"/>
                  </a:ext>
                </a:extLst>
              </p14:cNvPr>
              <p14:cNvContentPartPr/>
              <p14:nvPr/>
            </p14:nvContentPartPr>
            <p14:xfrm>
              <a:off x="2730522" y="5054739"/>
              <a:ext cx="765000" cy="23040"/>
            </p14:xfrm>
          </p:contentPart>
        </mc:Choice>
        <mc:Fallback>
          <p:pic>
            <p:nvPicPr>
              <p:cNvPr id="12" name="Håndskrift 11">
                <a:extLst>
                  <a:ext uri="{FF2B5EF4-FFF2-40B4-BE49-F238E27FC236}">
                    <a16:creationId xmlns:a16="http://schemas.microsoft.com/office/drawing/2014/main" id="{C5E8CF4E-048A-FAA0-33A5-E4185160448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676882" y="4946739"/>
                <a:ext cx="87264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3" name="Håndskrift 12">
                <a:extLst>
                  <a:ext uri="{FF2B5EF4-FFF2-40B4-BE49-F238E27FC236}">
                    <a16:creationId xmlns:a16="http://schemas.microsoft.com/office/drawing/2014/main" id="{E506F1AA-DD1C-0D0E-F02C-6A85D25236C2}"/>
                  </a:ext>
                </a:extLst>
              </p14:cNvPr>
              <p14:cNvContentPartPr/>
              <p14:nvPr/>
            </p14:nvContentPartPr>
            <p14:xfrm>
              <a:off x="3832482" y="5075619"/>
              <a:ext cx="541080" cy="360"/>
            </p14:xfrm>
          </p:contentPart>
        </mc:Choice>
        <mc:Fallback>
          <p:pic>
            <p:nvPicPr>
              <p:cNvPr id="13" name="Håndskrift 12">
                <a:extLst>
                  <a:ext uri="{FF2B5EF4-FFF2-40B4-BE49-F238E27FC236}">
                    <a16:creationId xmlns:a16="http://schemas.microsoft.com/office/drawing/2014/main" id="{E506F1AA-DD1C-0D0E-F02C-6A85D25236C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778842" y="4967619"/>
                <a:ext cx="6487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4" name="Håndskrift 13">
                <a:extLst>
                  <a:ext uri="{FF2B5EF4-FFF2-40B4-BE49-F238E27FC236}">
                    <a16:creationId xmlns:a16="http://schemas.microsoft.com/office/drawing/2014/main" id="{A7BBB3C0-C936-25CB-D214-6A96E68E9CE9}"/>
                  </a:ext>
                </a:extLst>
              </p14:cNvPr>
              <p14:cNvContentPartPr/>
              <p14:nvPr/>
            </p14:nvContentPartPr>
            <p14:xfrm>
              <a:off x="5700522" y="5079219"/>
              <a:ext cx="360" cy="360"/>
            </p14:xfrm>
          </p:contentPart>
        </mc:Choice>
        <mc:Fallback>
          <p:pic>
            <p:nvPicPr>
              <p:cNvPr id="14" name="Håndskrift 13">
                <a:extLst>
                  <a:ext uri="{FF2B5EF4-FFF2-40B4-BE49-F238E27FC236}">
                    <a16:creationId xmlns:a16="http://schemas.microsoft.com/office/drawing/2014/main" id="{A7BBB3C0-C936-25CB-D214-6A96E68E9CE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46522" y="4971579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5" name="Håndskrift 14">
                <a:extLst>
                  <a:ext uri="{FF2B5EF4-FFF2-40B4-BE49-F238E27FC236}">
                    <a16:creationId xmlns:a16="http://schemas.microsoft.com/office/drawing/2014/main" id="{C859E3F6-75C3-F354-8490-D2A66E9B224C}"/>
                  </a:ext>
                </a:extLst>
              </p14:cNvPr>
              <p14:cNvContentPartPr/>
              <p14:nvPr/>
            </p14:nvContentPartPr>
            <p14:xfrm>
              <a:off x="4912482" y="5050059"/>
              <a:ext cx="792000" cy="44640"/>
            </p14:xfrm>
          </p:contentPart>
        </mc:Choice>
        <mc:Fallback>
          <p:pic>
            <p:nvPicPr>
              <p:cNvPr id="15" name="Håndskrift 14">
                <a:extLst>
                  <a:ext uri="{FF2B5EF4-FFF2-40B4-BE49-F238E27FC236}">
                    <a16:creationId xmlns:a16="http://schemas.microsoft.com/office/drawing/2014/main" id="{C859E3F6-75C3-F354-8490-D2A66E9B224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858482" y="4942059"/>
                <a:ext cx="89964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6" name="Håndskrift 15">
                <a:extLst>
                  <a:ext uri="{FF2B5EF4-FFF2-40B4-BE49-F238E27FC236}">
                    <a16:creationId xmlns:a16="http://schemas.microsoft.com/office/drawing/2014/main" id="{861BD168-A708-B2DC-9161-A577431FE781}"/>
                  </a:ext>
                </a:extLst>
              </p14:cNvPr>
              <p14:cNvContentPartPr/>
              <p14:nvPr/>
            </p14:nvContentPartPr>
            <p14:xfrm>
              <a:off x="5433762" y="2238819"/>
              <a:ext cx="577080" cy="1214280"/>
            </p14:xfrm>
          </p:contentPart>
        </mc:Choice>
        <mc:Fallback>
          <p:pic>
            <p:nvPicPr>
              <p:cNvPr id="16" name="Håndskrift 15">
                <a:extLst>
                  <a:ext uri="{FF2B5EF4-FFF2-40B4-BE49-F238E27FC236}">
                    <a16:creationId xmlns:a16="http://schemas.microsoft.com/office/drawing/2014/main" id="{861BD168-A708-B2DC-9161-A577431FE78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380122" y="2130819"/>
                <a:ext cx="684720" cy="142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7" name="Håndskrift 16">
                <a:extLst>
                  <a:ext uri="{FF2B5EF4-FFF2-40B4-BE49-F238E27FC236}">
                    <a16:creationId xmlns:a16="http://schemas.microsoft.com/office/drawing/2014/main" id="{DD8B1228-7221-4289-5EE2-3D4819502093}"/>
                  </a:ext>
                </a:extLst>
              </p14:cNvPr>
              <p14:cNvContentPartPr/>
              <p14:nvPr/>
            </p14:nvContentPartPr>
            <p14:xfrm>
              <a:off x="4445922" y="2351499"/>
              <a:ext cx="386640" cy="1577160"/>
            </p14:xfrm>
          </p:contentPart>
        </mc:Choice>
        <mc:Fallback>
          <p:pic>
            <p:nvPicPr>
              <p:cNvPr id="17" name="Håndskrift 16">
                <a:extLst>
                  <a:ext uri="{FF2B5EF4-FFF2-40B4-BE49-F238E27FC236}">
                    <a16:creationId xmlns:a16="http://schemas.microsoft.com/office/drawing/2014/main" id="{DD8B1228-7221-4289-5EE2-3D481950209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392282" y="2243859"/>
                <a:ext cx="494280" cy="179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8" name="Håndskrift 17">
                <a:extLst>
                  <a:ext uri="{FF2B5EF4-FFF2-40B4-BE49-F238E27FC236}">
                    <a16:creationId xmlns:a16="http://schemas.microsoft.com/office/drawing/2014/main" id="{050931EE-7F94-826A-E3C3-201EE2B7F36B}"/>
                  </a:ext>
                </a:extLst>
              </p14:cNvPr>
              <p14:cNvContentPartPr/>
              <p14:nvPr/>
            </p14:nvContentPartPr>
            <p14:xfrm>
              <a:off x="3319842" y="2320899"/>
              <a:ext cx="501480" cy="1551240"/>
            </p14:xfrm>
          </p:contentPart>
        </mc:Choice>
        <mc:Fallback>
          <p:pic>
            <p:nvPicPr>
              <p:cNvPr id="18" name="Håndskrift 17">
                <a:extLst>
                  <a:ext uri="{FF2B5EF4-FFF2-40B4-BE49-F238E27FC236}">
                    <a16:creationId xmlns:a16="http://schemas.microsoft.com/office/drawing/2014/main" id="{050931EE-7F94-826A-E3C3-201EE2B7F36B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266202" y="2213259"/>
                <a:ext cx="609120" cy="176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9" name="Håndskrift 18">
                <a:extLst>
                  <a:ext uri="{FF2B5EF4-FFF2-40B4-BE49-F238E27FC236}">
                    <a16:creationId xmlns:a16="http://schemas.microsoft.com/office/drawing/2014/main" id="{6606A12D-2545-6E73-95D0-5950F98B2DE4}"/>
                  </a:ext>
                </a:extLst>
              </p14:cNvPr>
              <p14:cNvContentPartPr/>
              <p14:nvPr/>
            </p14:nvContentPartPr>
            <p14:xfrm>
              <a:off x="3692082" y="5057259"/>
              <a:ext cx="42840" cy="94320"/>
            </p14:xfrm>
          </p:contentPart>
        </mc:Choice>
        <mc:Fallback>
          <p:pic>
            <p:nvPicPr>
              <p:cNvPr id="19" name="Håndskrift 18">
                <a:extLst>
                  <a:ext uri="{FF2B5EF4-FFF2-40B4-BE49-F238E27FC236}">
                    <a16:creationId xmlns:a16="http://schemas.microsoft.com/office/drawing/2014/main" id="{6606A12D-2545-6E73-95D0-5950F98B2DE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638082" y="4949619"/>
                <a:ext cx="150480" cy="309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034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60E57-F0ED-5240-178D-18A83A9DA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stfelt 4">
            <a:extLst>
              <a:ext uri="{FF2B5EF4-FFF2-40B4-BE49-F238E27FC236}">
                <a16:creationId xmlns:a16="http://schemas.microsoft.com/office/drawing/2014/main" id="{1FA0256D-C3EB-1442-CE6F-9D922AB676F3}"/>
              </a:ext>
            </a:extLst>
          </p:cNvPr>
          <p:cNvSpPr txBox="1"/>
          <p:nvPr/>
        </p:nvSpPr>
        <p:spPr>
          <a:xfrm>
            <a:off x="694063" y="320010"/>
            <a:ext cx="66632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400" b="1">
                <a:solidFill>
                  <a:schemeClr val="accent2">
                    <a:lumMod val="60000"/>
                    <a:lumOff val="40000"/>
                  </a:schemeClr>
                </a:solidFill>
              </a:rPr>
              <a:t>Eksterne datakilder – zip -&gt; kommune -&gt; region</a:t>
            </a:r>
          </a:p>
        </p:txBody>
      </p:sp>
      <p:pic>
        <p:nvPicPr>
          <p:cNvPr id="3" name="Billede 2" descr="Et billede, der indeholder tekst, Font/skrifttype, skærmbillede&#10;&#10;AI-genereret indhold kan være ukorrekt.">
            <a:extLst>
              <a:ext uri="{FF2B5EF4-FFF2-40B4-BE49-F238E27FC236}">
                <a16:creationId xmlns:a16="http://schemas.microsoft.com/office/drawing/2014/main" id="{00543BEB-28C0-7412-A8F0-A7991CA6C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63" y="920175"/>
            <a:ext cx="7772400" cy="2423159"/>
          </a:xfrm>
          <a:prstGeom prst="rect">
            <a:avLst/>
          </a:prstGeom>
        </p:spPr>
      </p:pic>
      <p:pic>
        <p:nvPicPr>
          <p:cNvPr id="10" name="Billede 9" descr="Et billede, der indeholder tekst, skærmbillede, software, Font/skrifttype&#10;&#10;AI-genereret indhold kan være ukorrekt.">
            <a:extLst>
              <a:ext uri="{FF2B5EF4-FFF2-40B4-BE49-F238E27FC236}">
                <a16:creationId xmlns:a16="http://schemas.microsoft.com/office/drawing/2014/main" id="{06FAFA3C-CDBB-DB67-9694-87B474E82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56" y="3712666"/>
            <a:ext cx="11074487" cy="1468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968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B596F-4629-5540-5E2C-7C7CA3D76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felt 1">
            <a:extLst>
              <a:ext uri="{FF2B5EF4-FFF2-40B4-BE49-F238E27FC236}">
                <a16:creationId xmlns:a16="http://schemas.microsoft.com/office/drawing/2014/main" id="{C5476C4E-4C17-0D42-CF24-74170F14C271}"/>
              </a:ext>
            </a:extLst>
          </p:cNvPr>
          <p:cNvSpPr txBox="1"/>
          <p:nvPr/>
        </p:nvSpPr>
        <p:spPr>
          <a:xfrm>
            <a:off x="742122" y="432403"/>
            <a:ext cx="37485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200" b="1">
                <a:solidFill>
                  <a:schemeClr val="accent2">
                    <a:lumMod val="60000"/>
                    <a:lumOff val="40000"/>
                  </a:schemeClr>
                </a:solidFill>
              </a:rPr>
              <a:t>Fikse kommunerne</a:t>
            </a:r>
          </a:p>
        </p:txBody>
      </p:sp>
      <p:pic>
        <p:nvPicPr>
          <p:cNvPr id="5" name="Billede 4" descr="Et billede, der indeholder tekst, Webside, Website, software&#10;&#10;AI-genereret indhold kan være ukorrekt.">
            <a:extLst>
              <a:ext uri="{FF2B5EF4-FFF2-40B4-BE49-F238E27FC236}">
                <a16:creationId xmlns:a16="http://schemas.microsoft.com/office/drawing/2014/main" id="{FAFE31E1-F10E-51A1-B61C-12EEA5F42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733" y="1412897"/>
            <a:ext cx="6460434" cy="3430055"/>
          </a:xfrm>
          <a:prstGeom prst="rect">
            <a:avLst/>
          </a:prstGeom>
        </p:spPr>
      </p:pic>
      <p:pic>
        <p:nvPicPr>
          <p:cNvPr id="7" name="Billede 6" descr="Et billede, der indeholder tekst, skærmbillede, Font/skrifttype, linje/række&#10;&#10;AI-genereret indhold kan være ukorrekt.">
            <a:extLst>
              <a:ext uri="{FF2B5EF4-FFF2-40B4-BE49-F238E27FC236}">
                <a16:creationId xmlns:a16="http://schemas.microsoft.com/office/drawing/2014/main" id="{61502860-E467-4F16-9346-FAC95513F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454" y="4962503"/>
            <a:ext cx="7061200" cy="965200"/>
          </a:xfrm>
          <a:prstGeom prst="rect">
            <a:avLst/>
          </a:prstGeom>
        </p:spPr>
      </p:pic>
      <p:pic>
        <p:nvPicPr>
          <p:cNvPr id="9" name="Billede 8" descr="Et billede, der indeholder tekst, skærmbillede, Font/skrifttype, linje/række&#10;&#10;AI-genereret indhold kan være ukorrekt.">
            <a:extLst>
              <a:ext uri="{FF2B5EF4-FFF2-40B4-BE49-F238E27FC236}">
                <a16:creationId xmlns:a16="http://schemas.microsoft.com/office/drawing/2014/main" id="{4187B4C6-DD08-AB55-505B-3015790028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4661" y="559904"/>
            <a:ext cx="4976191" cy="1890664"/>
          </a:xfrm>
          <a:prstGeom prst="rect">
            <a:avLst/>
          </a:prstGeom>
        </p:spPr>
      </p:pic>
      <p:pic>
        <p:nvPicPr>
          <p:cNvPr id="11" name="Billede 10" descr="Et billede, der indeholder træ, skærmbillede, plante, ejendom&#10;&#10;AI-genereret indhold kan være ukorrekt.">
            <a:extLst>
              <a:ext uri="{FF2B5EF4-FFF2-40B4-BE49-F238E27FC236}">
                <a16:creationId xmlns:a16="http://schemas.microsoft.com/office/drawing/2014/main" id="{0B6CA2AC-B9ED-3A02-D71B-E71BF830B7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7688" y="2079546"/>
            <a:ext cx="4281579" cy="2823181"/>
          </a:xfrm>
          <a:prstGeom prst="rect">
            <a:avLst/>
          </a:prstGeom>
        </p:spPr>
      </p:pic>
      <p:sp>
        <p:nvSpPr>
          <p:cNvPr id="13" name="Tekstfelt 12">
            <a:extLst>
              <a:ext uri="{FF2B5EF4-FFF2-40B4-BE49-F238E27FC236}">
                <a16:creationId xmlns:a16="http://schemas.microsoft.com/office/drawing/2014/main" id="{AAAB4752-2E03-4ECD-09A6-D532EA0B2628}"/>
              </a:ext>
            </a:extLst>
          </p:cNvPr>
          <p:cNvSpPr txBox="1"/>
          <p:nvPr/>
        </p:nvSpPr>
        <p:spPr>
          <a:xfrm>
            <a:off x="410454" y="6047254"/>
            <a:ext cx="11357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/>
              <a:t>https://api.dataforsyningen.dk/adresser?vejnavn=Bl%C3%A5b%C3%A6rvej&amp;husnr=14&amp;postnr=8471</a:t>
            </a:r>
          </a:p>
        </p:txBody>
      </p:sp>
      <p:pic>
        <p:nvPicPr>
          <p:cNvPr id="15" name="Billede 14" descr="Et billede, der indeholder tekst, kvittering, Font/skrifttype, skærmbillede&#10;&#10;AI-genereret indhold kan være ukorrekt.">
            <a:extLst>
              <a:ext uri="{FF2B5EF4-FFF2-40B4-BE49-F238E27FC236}">
                <a16:creationId xmlns:a16="http://schemas.microsoft.com/office/drawing/2014/main" id="{607C27FE-356F-607D-5CFB-AA20B9168E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6175" y="4842952"/>
            <a:ext cx="3902694" cy="112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045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085D0-31E3-32FA-62A8-ECBC85DF5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kstfelt 7">
            <a:extLst>
              <a:ext uri="{FF2B5EF4-FFF2-40B4-BE49-F238E27FC236}">
                <a16:creationId xmlns:a16="http://schemas.microsoft.com/office/drawing/2014/main" id="{DF7ABCD7-0DBC-F065-DCA9-FC2A70886C03}"/>
              </a:ext>
            </a:extLst>
          </p:cNvPr>
          <p:cNvSpPr txBox="1"/>
          <p:nvPr/>
        </p:nvSpPr>
        <p:spPr>
          <a:xfrm>
            <a:off x="480128" y="866343"/>
            <a:ext cx="6452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da-DK"/>
              <a:t>Hent data fra dst - by2	</a:t>
            </a:r>
          </a:p>
          <a:p>
            <a:pPr marL="342900" indent="-342900">
              <a:buAutoNum type="arabicParenR"/>
            </a:pPr>
            <a:r>
              <a:rPr lang="da-DK"/>
              <a:t>udregn urbaniseringsprocent pr. kommune	</a:t>
            </a:r>
          </a:p>
        </p:txBody>
      </p:sp>
      <p:sp>
        <p:nvSpPr>
          <p:cNvPr id="16" name="object 5">
            <a:extLst>
              <a:ext uri="{FF2B5EF4-FFF2-40B4-BE49-F238E27FC236}">
                <a16:creationId xmlns:a16="http://schemas.microsoft.com/office/drawing/2014/main" id="{1FD79A19-89BB-E1F4-FAEC-707D79430BFB}"/>
              </a:ext>
            </a:extLst>
          </p:cNvPr>
          <p:cNvSpPr txBox="1"/>
          <p:nvPr/>
        </p:nvSpPr>
        <p:spPr>
          <a:xfrm>
            <a:off x="533400" y="457200"/>
            <a:ext cx="655320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da-DK" sz="2500" b="1" spc="-15" dirty="0">
                <a:solidFill>
                  <a:srgbClr val="FBB040"/>
                </a:solidFill>
                <a:latin typeface="Verdana"/>
                <a:cs typeface="Verdana"/>
              </a:rPr>
              <a:t>DKArrests (straf44) og BY2 </a:t>
            </a:r>
          </a:p>
        </p:txBody>
      </p:sp>
      <p:grpSp>
        <p:nvGrpSpPr>
          <p:cNvPr id="3" name="Gruppe 2">
            <a:extLst>
              <a:ext uri="{FF2B5EF4-FFF2-40B4-BE49-F238E27FC236}">
                <a16:creationId xmlns:a16="http://schemas.microsoft.com/office/drawing/2014/main" id="{127F6D53-F366-8F78-6E62-641863E05EBB}"/>
              </a:ext>
            </a:extLst>
          </p:cNvPr>
          <p:cNvGrpSpPr/>
          <p:nvPr/>
        </p:nvGrpSpPr>
        <p:grpSpPr>
          <a:xfrm>
            <a:off x="533400" y="2249176"/>
            <a:ext cx="7199290" cy="2059182"/>
            <a:chOff x="708339" y="2294827"/>
            <a:chExt cx="7527928" cy="2670603"/>
          </a:xfrm>
        </p:grpSpPr>
        <p:pic>
          <p:nvPicPr>
            <p:cNvPr id="4" name="Billede 3" descr="Et billede, der indeholder tekst, skærmbillede, Font/skrifttype, nummer/tal&#10;&#10;Automatisk genereret beskrivelse">
              <a:extLst>
                <a:ext uri="{FF2B5EF4-FFF2-40B4-BE49-F238E27FC236}">
                  <a16:creationId xmlns:a16="http://schemas.microsoft.com/office/drawing/2014/main" id="{5595527B-AA98-BFB9-1949-965BCB8A6A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88676" y="2294827"/>
              <a:ext cx="2247591" cy="1286122"/>
            </a:xfrm>
            <a:prstGeom prst="rect">
              <a:avLst/>
            </a:prstGeom>
          </p:spPr>
        </p:pic>
        <p:pic>
          <p:nvPicPr>
            <p:cNvPr id="5" name="Billede 4" descr="Et billede, der indeholder tekst, Font/skrifttype, skærmbillede, nummer/tal&#10;&#10;Automatisk genereret beskrivelse">
              <a:extLst>
                <a:ext uri="{FF2B5EF4-FFF2-40B4-BE49-F238E27FC236}">
                  <a16:creationId xmlns:a16="http://schemas.microsoft.com/office/drawing/2014/main" id="{8FA6EF80-7BB4-EC39-C5BC-CED38773EF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88676" y="3854121"/>
              <a:ext cx="2247591" cy="1111309"/>
            </a:xfrm>
            <a:prstGeom prst="rect">
              <a:avLst/>
            </a:prstGeom>
          </p:spPr>
        </p:pic>
        <p:pic>
          <p:nvPicPr>
            <p:cNvPr id="6" name="Billede 5" descr="Et billede, der indeholder tekst, Font/skrifttype, skærmbillede, nummer/tal&#10;&#10;Automatisk genereret beskrivelse">
              <a:extLst>
                <a:ext uri="{FF2B5EF4-FFF2-40B4-BE49-F238E27FC236}">
                  <a16:creationId xmlns:a16="http://schemas.microsoft.com/office/drawing/2014/main" id="{C35FFD50-4937-F507-01D6-12901143F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38170" y="2356212"/>
              <a:ext cx="4596619" cy="1227705"/>
            </a:xfrm>
            <a:prstGeom prst="rect">
              <a:avLst/>
            </a:prstGeom>
          </p:spPr>
        </p:pic>
        <p:pic>
          <p:nvPicPr>
            <p:cNvPr id="7" name="Billede 6" descr="Et billede, der indeholder tekst, Font/skrifttype, nummer/tal, skærmbillede&#10;&#10;Automatisk genereret beskrivelse">
              <a:extLst>
                <a:ext uri="{FF2B5EF4-FFF2-40B4-BE49-F238E27FC236}">
                  <a16:creationId xmlns:a16="http://schemas.microsoft.com/office/drawing/2014/main" id="{4D9BE9E2-8F27-7599-0A93-91EFB15DAB2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08339" y="3789537"/>
              <a:ext cx="5056281" cy="1129257"/>
            </a:xfrm>
            <a:prstGeom prst="rect">
              <a:avLst/>
            </a:prstGeom>
          </p:spPr>
        </p:pic>
      </p:grpSp>
      <p:pic>
        <p:nvPicPr>
          <p:cNvPr id="12" name="Billede 11" descr="Et billede, der indeholder tekst, Font/skrifttype, skærmbillede, hvid&#10;&#10;AI-genereret indhold kan være ukorrekt.">
            <a:extLst>
              <a:ext uri="{FF2B5EF4-FFF2-40B4-BE49-F238E27FC236}">
                <a16:creationId xmlns:a16="http://schemas.microsoft.com/office/drawing/2014/main" id="{04E3ED4C-2E8D-C66D-18EA-B9FAFE0FC6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255" y="4308358"/>
            <a:ext cx="7772400" cy="1583682"/>
          </a:xfrm>
          <a:prstGeom prst="rect">
            <a:avLst/>
          </a:prstGeom>
        </p:spPr>
      </p:pic>
      <p:pic>
        <p:nvPicPr>
          <p:cNvPr id="14" name="Billede 13" descr="Et billede, der indeholder tekst, Font/skrifttype, hvid, kvittering&#10;&#10;AI-genereret indhold kan være ukorrekt.">
            <a:extLst>
              <a:ext uri="{FF2B5EF4-FFF2-40B4-BE49-F238E27FC236}">
                <a16:creationId xmlns:a16="http://schemas.microsoft.com/office/drawing/2014/main" id="{AD5B759F-E6AA-FFBE-AFA1-0940AD56F0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330" y="5607407"/>
            <a:ext cx="5275193" cy="1093740"/>
          </a:xfrm>
          <a:prstGeom prst="rect">
            <a:avLst/>
          </a:prstGeom>
        </p:spPr>
      </p:pic>
      <p:pic>
        <p:nvPicPr>
          <p:cNvPr id="17" name="Billede 16" descr="Et billede, der indeholder tekst, skærmbillede, nummer/tal, Font/skrifttype&#10;&#10;AI-genereret indhold kan være ukorrekt.">
            <a:extLst>
              <a:ext uri="{FF2B5EF4-FFF2-40B4-BE49-F238E27FC236}">
                <a16:creationId xmlns:a16="http://schemas.microsoft.com/office/drawing/2014/main" id="{E4FADD5E-8643-DB29-EAD6-06FEA12DB1D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66761" y="663910"/>
            <a:ext cx="3718790" cy="3771464"/>
          </a:xfrm>
          <a:prstGeom prst="rect">
            <a:avLst/>
          </a:prstGeom>
        </p:spPr>
      </p:pic>
      <p:pic>
        <p:nvPicPr>
          <p:cNvPr id="19" name="Billede 18" descr="Et billede, der indeholder tekst, skærmbillede, Font/skrifttype&#10;&#10;AI-genereret indhold kan være ukorrekt.">
            <a:extLst>
              <a:ext uri="{FF2B5EF4-FFF2-40B4-BE49-F238E27FC236}">
                <a16:creationId xmlns:a16="http://schemas.microsoft.com/office/drawing/2014/main" id="{C43B6743-7F2F-CF76-BAFC-98A8F4BA027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50006" y="4646005"/>
            <a:ext cx="4835545" cy="1937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481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A13DF-060A-5D6E-A3B8-0327F2CBA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>
            <a:extLst>
              <a:ext uri="{FF2B5EF4-FFF2-40B4-BE49-F238E27FC236}">
                <a16:creationId xmlns:a16="http://schemas.microsoft.com/office/drawing/2014/main" id="{A786DDF0-BC28-619E-4F9C-1AF0135C6AB9}"/>
              </a:ext>
            </a:extLst>
          </p:cNvPr>
          <p:cNvSpPr txBox="1"/>
          <p:nvPr/>
        </p:nvSpPr>
        <p:spPr>
          <a:xfrm>
            <a:off x="940904" y="856279"/>
            <a:ext cx="98331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/>
              <a:t>resdf['kommunenavn']=resdf['kommuner'].apply(lambda x: x[0]['navn'] )</a:t>
            </a:r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16C684DB-2825-73A6-1F6B-C1CC6661983C}"/>
              </a:ext>
            </a:extLst>
          </p:cNvPr>
          <p:cNvSpPr txBox="1"/>
          <p:nvPr/>
        </p:nvSpPr>
        <p:spPr>
          <a:xfrm>
            <a:off x="940904" y="132608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/>
              <a:t>resdf['kommunenavn']=resdf['kommuner'].apply(getNavn)</a:t>
            </a:r>
          </a:p>
        </p:txBody>
      </p:sp>
    </p:spTree>
    <p:extLst>
      <p:ext uri="{BB962C8B-B14F-4D97-AF65-F5344CB8AC3E}">
        <p14:creationId xmlns:p14="http://schemas.microsoft.com/office/powerpoint/2010/main" val="1219772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B5DB6-18BA-0640-B15F-072676AE8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465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10201</TotalTime>
  <Words>443</Words>
  <Application>Microsoft Macintosh PowerPoint</Application>
  <PresentationFormat>Widescreen</PresentationFormat>
  <Paragraphs>59</Paragraphs>
  <Slides>9</Slides>
  <Notes>1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5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 Light</vt:lpstr>
      <vt:lpstr>Verdana</vt:lpstr>
      <vt:lpstr>Office-tema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Thorbjørn Wulf</dc:creator>
  <cp:lastModifiedBy>Thorbjørn Wulf</cp:lastModifiedBy>
  <cp:revision>4</cp:revision>
  <cp:lastPrinted>2026-01-30T11:39:50Z</cp:lastPrinted>
  <dcterms:created xsi:type="dcterms:W3CDTF">2026-01-27T14:17:11Z</dcterms:created>
  <dcterms:modified xsi:type="dcterms:W3CDTF">2026-02-11T11:34:17Z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2026-02-03T12:46:19Z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9aafd452-b819-40a3-a400-f94ff33b0125</vt:lpwstr>
  </property>
  <property fmtid="{D5CDD505-2E9C-101B-9397-08002B2CF9AE}" pid="7" name="MSIP_Label_defa4170-0d19-0005-0004-bc88714345d2_ActionId">
    <vt:lpwstr>0038ff9e-602b-4d51-bd75-eab4cc51f20d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